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5" r:id="rId3"/>
    <p:sldId id="276" r:id="rId4"/>
    <p:sldId id="376" r:id="rId5"/>
    <p:sldId id="282" r:id="rId6"/>
    <p:sldId id="290" r:id="rId7"/>
    <p:sldId id="331" r:id="rId8"/>
    <p:sldId id="340" r:id="rId9"/>
    <p:sldId id="342" r:id="rId10"/>
    <p:sldId id="361" r:id="rId11"/>
    <p:sldId id="400" r:id="rId12"/>
    <p:sldId id="362" r:id="rId13"/>
    <p:sldId id="387" r:id="rId14"/>
    <p:sldId id="3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85427" autoAdjust="0"/>
  </p:normalViewPr>
  <p:slideViewPr>
    <p:cSldViewPr snapToGrid="0">
      <p:cViewPr varScale="1">
        <p:scale>
          <a:sx n="97" d="100"/>
          <a:sy n="97" d="100"/>
        </p:scale>
        <p:origin x="13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7CAD-51A6-495B-8DC7-0D1A11A77EC5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79D98-EBFF-41E6-8A77-6AE83213D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81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79D98-EBFF-41E6-8A77-6AE83213D9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57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Could be interference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79D98-EBFF-41E6-8A77-6AE83213D9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81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79D98-EBFF-41E6-8A77-6AE83213D9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47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79D98-EBFF-41E6-8A77-6AE83213D9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11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79D98-EBFF-41E6-8A77-6AE83213D9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58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79D98-EBFF-41E6-8A77-6AE83213D9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10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Only have 3 mice, showing data from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79D98-EBFF-41E6-8A77-6AE83213D9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28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79D98-EBFF-41E6-8A77-6AE83213D9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43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79D98-EBFF-41E6-8A77-6AE83213D9E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37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Foil type by tone getting rejected differentially, could be preliminary evidence of latent </a:t>
            </a:r>
            <a:r>
              <a:rPr lang="en-US"/>
              <a:t>learning?</a:t>
            </a:r>
          </a:p>
          <a:p>
            <a:r>
              <a:rPr lang="en-US"/>
              <a:t>Explain that 2 </a:t>
            </a:r>
            <a:r>
              <a:rPr lang="en-US" dirty="0"/>
              <a:t>strategies could arise: stimulus mapping vs rule learning?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79D98-EBFF-41E6-8A77-6AE83213D9E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48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Animals have never heard a 6khz tone before, might explain high fa rate in beginning</a:t>
            </a:r>
          </a:p>
          <a:p>
            <a:r>
              <a:rPr lang="en-US"/>
              <a:t>Rapid learning of localization task</a:t>
            </a:r>
          </a:p>
          <a:p>
            <a:endParaRPr lang="en-US"/>
          </a:p>
          <a:p>
            <a:r>
              <a:rPr lang="en-US"/>
              <a:t>Emphasize first session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479D98-EBFF-41E6-8A77-6AE83213D9E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64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0DFC2-2AEE-19FC-0A6C-84134B90C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6C47F-B8B9-C41C-691B-17D52DD73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A287C-49C5-2924-9960-D8C3191E5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111A-44F5-4FEA-9084-F07628120227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60D9E-36E7-9626-6702-35AC3B333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6801A-2DBC-8FA3-6F95-FF548F2AB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E7A5-19AA-402E-B2FB-A083D5382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30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E502-473D-9143-F8CD-8893CE3A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76D6-A5E6-1DBF-C318-4715FB57A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CBE30-CF6A-E6BE-BF71-7227F013D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111A-44F5-4FEA-9084-F07628120227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A86A9-8E38-113D-A854-F4AF8B8E0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F190B-3D4D-C179-1E8D-E42FF8F1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E7A5-19AA-402E-B2FB-A083D5382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98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66D23-C902-0AD0-9ED8-5FB16C76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4F74B-E886-4FD2-A7BA-365B7291C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A416E-E2EC-4EAF-3071-572861213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111A-44F5-4FEA-9084-F07628120227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4B0C8-A1BE-9B01-32D6-947588582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5FDF7-F8C9-5482-6FA1-8388C357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E7A5-19AA-402E-B2FB-A083D5382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77105-B224-8C97-AA41-CA53870B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89B06-0FAE-084E-6E50-C2D9B3311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C5A62-1CF9-A754-9F00-704C58644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7E94E-E4C4-0E87-EA6C-34734B5D0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111A-44F5-4FEA-9084-F07628120227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C784-EB70-3A5E-B0F5-BE175AF7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F3B03-75DA-4BAA-55AC-B27B8C06A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E7A5-19AA-402E-B2FB-A083D5382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69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3DB4-8E2F-0131-2F46-0934497A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94A52-29F5-3728-4727-4F80EE00E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C5191-D820-1873-0FA6-A3E9268AD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28C554-D7A2-FC34-6BEF-47DD0271E1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BBF5C-7A36-EE33-EFD5-528447EE2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6D4392-F8E7-5D17-54D3-913CD6D60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111A-44F5-4FEA-9084-F07628120227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8EC903-B39E-507B-EBB4-54BF8C6A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A6256F-FDF8-C544-0311-6B28DFEB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E7A5-19AA-402E-B2FB-A083D5382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86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C3549-BC36-237F-28FA-0B558B4DF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193CD4-4E62-47C4-D236-6C000ADF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111A-44F5-4FEA-9084-F07628120227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5F6D2C-9D34-0198-F0FC-0AA893DB0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6E097-9241-9F37-23C7-DA042C7E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E7A5-19AA-402E-B2FB-A083D5382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43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4E7D1-0D1C-F844-0767-3EB977A2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111A-44F5-4FEA-9084-F07628120227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5C7DE-F5AC-AB3B-E243-8DC9223E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58454-ACA6-A526-C19E-925BE804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E7A5-19AA-402E-B2FB-A083D5382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95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4A49-73D7-D105-D75D-72E805753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717AF-7AD3-28F3-E45C-2A1B72D55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5F1BA-E7B1-F629-BBEA-7CC897F40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F5FB4-2E7A-BC6D-B2D8-2618B4A8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111A-44F5-4FEA-9084-F07628120227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1B1CB-39F2-75AF-96E9-9D9D7E8F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256BE-6A3F-235F-9DAA-7C04213E8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E7A5-19AA-402E-B2FB-A083D5382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99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2F229-F210-4019-C58A-CFDA4A13A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46CA2A-3557-3F00-F4D0-5AE55377F5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67C64E-A44B-19A2-7753-557C1B7B0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21025-348F-9FF4-149F-9F6C9E51B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111A-44F5-4FEA-9084-F07628120227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AF884-74AA-3452-0473-4020F309B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446E6-3C15-0C11-FA00-A0448B949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E7A5-19AA-402E-B2FB-A083D5382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55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0D75E-E35F-48C1-C42A-60904B94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AEC65-9B42-8C88-990E-E879FDE1C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EFCE2-2456-AEC7-F7CF-3D1620656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111A-44F5-4FEA-9084-F07628120227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A7F32-C50E-4021-8154-E916B0EF7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CE2E7-F9C2-7C75-F031-EF05F3C06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E7A5-19AA-402E-B2FB-A083D5382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31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23709E-7A00-0232-E3AD-B0DFBCE41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561444-8FF4-E04C-F9D4-310321D3A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D0E91-4FBD-31A2-FDA1-71AA6445B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111A-44F5-4FEA-9084-F07628120227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CB98B-3C51-A056-7ADA-409B795B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18938-0600-D8A3-E773-1EE80FCD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7E7A5-19AA-402E-B2FB-A083D5382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44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0CA531-ECF8-501A-3382-E4613E60A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6D757-D6D8-1C1C-9A22-0B14BB995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1EC44-F2CF-303F-2B21-37ED8DC5C4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A111A-44F5-4FEA-9084-F07628120227}" type="datetimeFigureOut">
              <a:rPr lang="en-US" smtClean="0"/>
              <a:t>8/31/2022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6286F-075E-0D9D-2750-144C02AE93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D6933-7A36-7E59-48B0-B541D71E8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7E7A5-19AA-402E-B2FB-A083D5382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7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17" Type="http://schemas.openxmlformats.org/officeDocument/2006/relationships/image" Target="../media/image31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svg"/><Relationship Id="rId10" Type="http://schemas.openxmlformats.org/officeDocument/2006/relationships/image" Target="../media/image24.svg"/><Relationship Id="rId19" Type="http://schemas.openxmlformats.org/officeDocument/2006/relationships/image" Target="../media/image33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sv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svg"/><Relationship Id="rId9" Type="http://schemas.openxmlformats.org/officeDocument/2006/relationships/image" Target="../media/image31.sv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37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svg"/><Relationship Id="rId15" Type="http://schemas.openxmlformats.org/officeDocument/2006/relationships/image" Target="../media/image36.png"/><Relationship Id="rId10" Type="http://schemas.openxmlformats.org/officeDocument/2006/relationships/image" Target="../media/image31.sv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1.svg"/><Relationship Id="rId3" Type="http://schemas.openxmlformats.org/officeDocument/2006/relationships/image" Target="../media/image38.png"/><Relationship Id="rId7" Type="http://schemas.openxmlformats.org/officeDocument/2006/relationships/image" Target="../media/image33.sv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29.svg"/><Relationship Id="rId5" Type="http://schemas.openxmlformats.org/officeDocument/2006/relationships/image" Target="../media/image27.png"/><Relationship Id="rId10" Type="http://schemas.openxmlformats.org/officeDocument/2006/relationships/image" Target="../media/image28.png"/><Relationship Id="rId4" Type="http://schemas.openxmlformats.org/officeDocument/2006/relationships/image" Target="../media/image39.png"/><Relationship Id="rId9" Type="http://schemas.openxmlformats.org/officeDocument/2006/relationships/image" Target="../media/image34.png"/><Relationship Id="rId1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41.png"/><Relationship Id="rId3" Type="http://schemas.openxmlformats.org/officeDocument/2006/relationships/image" Target="../media/image40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svg"/><Relationship Id="rId15" Type="http://schemas.openxmlformats.org/officeDocument/2006/relationships/image" Target="../media/image34.png"/><Relationship Id="rId10" Type="http://schemas.openxmlformats.org/officeDocument/2006/relationships/image" Target="../media/image31.sv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2D075-7D29-510B-F493-9AEDA92162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0" i="0" dirty="0">
                <a:solidFill>
                  <a:srgbClr val="1D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 approach to multi-task learning: task combination and decomposition in mice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5D84F-DAAC-AD8E-F6DE-29C6FE6CD9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Aneesh Bal</a:t>
            </a:r>
          </a:p>
        </p:txBody>
      </p:sp>
    </p:spTree>
    <p:extLst>
      <p:ext uri="{BB962C8B-B14F-4D97-AF65-F5344CB8AC3E}">
        <p14:creationId xmlns:p14="http://schemas.microsoft.com/office/powerpoint/2010/main" val="1991473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D671-B46F-93FD-5639-E657A119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Humans can learn a wide variety of tasks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A4BE479-31B3-52D0-96F9-AA5623786BFF}"/>
              </a:ext>
            </a:extLst>
          </p:cNvPr>
          <p:cNvGrpSpPr/>
          <p:nvPr/>
        </p:nvGrpSpPr>
        <p:grpSpPr>
          <a:xfrm>
            <a:off x="3707907" y="2959706"/>
            <a:ext cx="4677053" cy="914400"/>
            <a:chOff x="3380912" y="2876728"/>
            <a:chExt cx="4677053" cy="914400"/>
          </a:xfrm>
        </p:grpSpPr>
        <p:pic>
          <p:nvPicPr>
            <p:cNvPr id="34" name="Picture 2" descr="Rugby player - Free sports icons">
              <a:extLst>
                <a:ext uri="{FF2B5EF4-FFF2-40B4-BE49-F238E27FC236}">
                  <a16:creationId xmlns:a16="http://schemas.microsoft.com/office/drawing/2014/main" id="{6F90C53A-0868-516A-A62D-10AAC1379D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0912" y="2876728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American Football Player Icon - Download American Football Player Icon  802702 | Noun Project">
              <a:extLst>
                <a:ext uri="{FF2B5EF4-FFF2-40B4-BE49-F238E27FC236}">
                  <a16:creationId xmlns:a16="http://schemas.microsoft.com/office/drawing/2014/main" id="{82488C8B-A38C-9D92-F4D0-D8F2AF8AF8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3565" y="2876728"/>
              <a:ext cx="914400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805D215-7D30-E39E-FC0C-2C5B1A204469}"/>
                </a:ext>
              </a:extLst>
            </p:cNvPr>
            <p:cNvCxnSpPr/>
            <p:nvPr/>
          </p:nvCxnSpPr>
          <p:spPr>
            <a:xfrm>
              <a:off x="4705165" y="3333928"/>
              <a:ext cx="189982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68D61933-120E-4295-6630-70D479763579}"/>
              </a:ext>
            </a:extLst>
          </p:cNvPr>
          <p:cNvSpPr txBox="1">
            <a:spLocks/>
          </p:cNvSpPr>
          <p:nvPr/>
        </p:nvSpPr>
        <p:spPr>
          <a:xfrm>
            <a:off x="838200" y="457315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 learning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between related tasks</a:t>
            </a:r>
          </a:p>
        </p:txBody>
      </p:sp>
    </p:spTree>
    <p:extLst>
      <p:ext uri="{BB962C8B-B14F-4D97-AF65-F5344CB8AC3E}">
        <p14:creationId xmlns:p14="http://schemas.microsoft.com/office/powerpoint/2010/main" val="374725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D671-B46F-93FD-5639-E657A119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Humans can learn a wide variety of tasks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8D61933-120E-4295-6630-70D479763579}"/>
              </a:ext>
            </a:extLst>
          </p:cNvPr>
          <p:cNvSpPr txBox="1">
            <a:spLocks/>
          </p:cNvSpPr>
          <p:nvPr/>
        </p:nvSpPr>
        <p:spPr>
          <a:xfrm>
            <a:off x="838200" y="457315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Extraction of shared similarities during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simultaneous learning</a:t>
            </a:r>
          </a:p>
        </p:txBody>
      </p:sp>
      <p:pic>
        <p:nvPicPr>
          <p:cNvPr id="5" name="Graphic 4" descr="Swimming with solid fill">
            <a:extLst>
              <a:ext uri="{FF2B5EF4-FFF2-40B4-BE49-F238E27FC236}">
                <a16:creationId xmlns:a16="http://schemas.microsoft.com/office/drawing/2014/main" id="{B84085D9-0025-F52D-5BFD-50C47E31F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7452" y="2812002"/>
            <a:ext cx="914400" cy="914400"/>
          </a:xfrm>
          <a:prstGeom prst="rect">
            <a:avLst/>
          </a:prstGeom>
        </p:spPr>
      </p:pic>
      <p:pic>
        <p:nvPicPr>
          <p:cNvPr id="7" name="Graphic 6" descr="Diving with solid fill">
            <a:extLst>
              <a:ext uri="{FF2B5EF4-FFF2-40B4-BE49-F238E27FC236}">
                <a16:creationId xmlns:a16="http://schemas.microsoft.com/office/drawing/2014/main" id="{A0985C15-BF03-3C60-827D-2BB23128AE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2950" y="2812002"/>
            <a:ext cx="914400" cy="914400"/>
          </a:xfrm>
          <a:prstGeom prst="rect">
            <a:avLst/>
          </a:prstGeom>
        </p:spPr>
      </p:pic>
      <p:sp>
        <p:nvSpPr>
          <p:cNvPr id="12" name="Arc 11">
            <a:extLst>
              <a:ext uri="{FF2B5EF4-FFF2-40B4-BE49-F238E27FC236}">
                <a16:creationId xmlns:a16="http://schemas.microsoft.com/office/drawing/2014/main" id="{A55C88FE-8B60-99F7-D5F8-72CF25BAF20C}"/>
              </a:ext>
            </a:extLst>
          </p:cNvPr>
          <p:cNvSpPr/>
          <p:nvPr/>
        </p:nvSpPr>
        <p:spPr>
          <a:xfrm rot="16200000">
            <a:off x="5157721" y="1489680"/>
            <a:ext cx="1419360" cy="2614478"/>
          </a:xfrm>
          <a:prstGeom prst="arc">
            <a:avLst>
              <a:gd name="adj1" fmla="val 16459545"/>
              <a:gd name="adj2" fmla="val 5420200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C4BE313B-5380-C1E5-8257-BACD79F047DD}"/>
              </a:ext>
            </a:extLst>
          </p:cNvPr>
          <p:cNvSpPr/>
          <p:nvPr/>
        </p:nvSpPr>
        <p:spPr>
          <a:xfrm rot="5400000">
            <a:off x="5193231" y="2458043"/>
            <a:ext cx="1419360" cy="2614478"/>
          </a:xfrm>
          <a:prstGeom prst="arc">
            <a:avLst>
              <a:gd name="adj1" fmla="val 16459545"/>
              <a:gd name="adj2" fmla="val 5420200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901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D671-B46F-93FD-5639-E657A119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Humans can learn a wide variety of tasks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8D61933-120E-4295-6630-70D479763579}"/>
              </a:ext>
            </a:extLst>
          </p:cNvPr>
          <p:cNvSpPr txBox="1">
            <a:spLocks/>
          </p:cNvSpPr>
          <p:nvPr/>
        </p:nvSpPr>
        <p:spPr>
          <a:xfrm>
            <a:off x="838200" y="457315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Continual learning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over a lifetime without forgetting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7A0D9AB-48D6-A516-3865-4DBBE4D47A04}"/>
              </a:ext>
            </a:extLst>
          </p:cNvPr>
          <p:cNvGrpSpPr/>
          <p:nvPr/>
        </p:nvGrpSpPr>
        <p:grpSpPr>
          <a:xfrm>
            <a:off x="881375" y="2674719"/>
            <a:ext cx="6889974" cy="914400"/>
            <a:chOff x="1569867" y="2674719"/>
            <a:chExt cx="6889974" cy="914400"/>
          </a:xfrm>
        </p:grpSpPr>
        <p:pic>
          <p:nvPicPr>
            <p:cNvPr id="10" name="Graphic 9" descr="Cycling with solid fill">
              <a:extLst>
                <a:ext uri="{FF2B5EF4-FFF2-40B4-BE49-F238E27FC236}">
                  <a16:creationId xmlns:a16="http://schemas.microsoft.com/office/drawing/2014/main" id="{BE1BE094-08A3-0791-CFA3-1E4FABB66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45441" y="2674719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Hike with solid fill">
              <a:extLst>
                <a:ext uri="{FF2B5EF4-FFF2-40B4-BE49-F238E27FC236}">
                  <a16:creationId xmlns:a16="http://schemas.microsoft.com/office/drawing/2014/main" id="{D85A42AD-6638-4D8E-14C5-7C424D2D5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61834" y="2674719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Cross country skiing with solid fill">
              <a:extLst>
                <a:ext uri="{FF2B5EF4-FFF2-40B4-BE49-F238E27FC236}">
                  <a16:creationId xmlns:a16="http://schemas.microsoft.com/office/drawing/2014/main" id="{1493BC21-6B62-544D-25AE-F6892AAD7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99961" y="2674719"/>
              <a:ext cx="914400" cy="914400"/>
            </a:xfrm>
            <a:prstGeom prst="rect">
              <a:avLst/>
            </a:prstGeom>
          </p:spPr>
        </p:pic>
        <p:pic>
          <p:nvPicPr>
            <p:cNvPr id="14" name="Graphic 13" descr="Baseball with solid fill">
              <a:extLst>
                <a:ext uri="{FF2B5EF4-FFF2-40B4-BE49-F238E27FC236}">
                  <a16:creationId xmlns:a16="http://schemas.microsoft.com/office/drawing/2014/main" id="{90D9D7B4-BE01-720B-3257-137C141A1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91884" y="2674719"/>
              <a:ext cx="914400" cy="914400"/>
            </a:xfrm>
            <a:prstGeom prst="rect">
              <a:avLst/>
            </a:prstGeom>
          </p:spPr>
        </p:pic>
        <p:pic>
          <p:nvPicPr>
            <p:cNvPr id="15" name="Graphic 14" descr="Run with solid fill">
              <a:extLst>
                <a:ext uri="{FF2B5EF4-FFF2-40B4-BE49-F238E27FC236}">
                  <a16:creationId xmlns:a16="http://schemas.microsoft.com/office/drawing/2014/main" id="{AE9C1D35-EC98-B2A3-4E5E-9CE589FB7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69867" y="2674719"/>
              <a:ext cx="914400" cy="914400"/>
            </a:xfrm>
            <a:prstGeom prst="rect">
              <a:avLst/>
            </a:prstGeom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4429C95-74B5-B838-A65C-15898AC58035}"/>
                </a:ext>
              </a:extLst>
            </p:cNvPr>
            <p:cNvCxnSpPr/>
            <p:nvPr/>
          </p:nvCxnSpPr>
          <p:spPr>
            <a:xfrm>
              <a:off x="2520125" y="3131919"/>
              <a:ext cx="59480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DDC7BD0-0E66-D811-2D13-E67ECCE89141}"/>
                </a:ext>
              </a:extLst>
            </p:cNvPr>
            <p:cNvCxnSpPr/>
            <p:nvPr/>
          </p:nvCxnSpPr>
          <p:spPr>
            <a:xfrm>
              <a:off x="3813354" y="3131919"/>
              <a:ext cx="59480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7D99908-EA89-7F3F-5815-BFB07C4FB806}"/>
                </a:ext>
              </a:extLst>
            </p:cNvPr>
            <p:cNvCxnSpPr/>
            <p:nvPr/>
          </p:nvCxnSpPr>
          <p:spPr>
            <a:xfrm>
              <a:off x="5482898" y="3131919"/>
              <a:ext cx="59480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077855B-D872-6A5A-484E-7DEF8F6C3402}"/>
                </a:ext>
              </a:extLst>
            </p:cNvPr>
            <p:cNvCxnSpPr/>
            <p:nvPr/>
          </p:nvCxnSpPr>
          <p:spPr>
            <a:xfrm>
              <a:off x="6917335" y="3131919"/>
              <a:ext cx="59480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03F23C-21CB-3E63-43E2-A5E4F1A2E704}"/>
              </a:ext>
            </a:extLst>
          </p:cNvPr>
          <p:cNvCxnSpPr/>
          <p:nvPr/>
        </p:nvCxnSpPr>
        <p:spPr>
          <a:xfrm>
            <a:off x="7828951" y="3135155"/>
            <a:ext cx="59480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74ED92E-8642-A76F-CB4F-91A48287E325}"/>
              </a:ext>
            </a:extLst>
          </p:cNvPr>
          <p:cNvGrpSpPr/>
          <p:nvPr/>
        </p:nvGrpSpPr>
        <p:grpSpPr>
          <a:xfrm>
            <a:off x="8941936" y="2137330"/>
            <a:ext cx="2676559" cy="2058869"/>
            <a:chOff x="8941936" y="2137330"/>
            <a:chExt cx="2676559" cy="2058869"/>
          </a:xfrm>
        </p:grpSpPr>
        <p:pic>
          <p:nvPicPr>
            <p:cNvPr id="21" name="Graphic 20" descr="Cycling with solid fill">
              <a:extLst>
                <a:ext uri="{FF2B5EF4-FFF2-40B4-BE49-F238E27FC236}">
                  <a16:creationId xmlns:a16="http://schemas.microsoft.com/office/drawing/2014/main" id="{837B318A-D0AD-8FFB-2191-5CA17B80E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756393" y="3281799"/>
              <a:ext cx="914400" cy="914400"/>
            </a:xfrm>
            <a:prstGeom prst="rect">
              <a:avLst/>
            </a:prstGeom>
          </p:spPr>
        </p:pic>
        <p:pic>
          <p:nvPicPr>
            <p:cNvPr id="22" name="Graphic 21" descr="Hike with solid fill">
              <a:extLst>
                <a:ext uri="{FF2B5EF4-FFF2-40B4-BE49-F238E27FC236}">
                  <a16:creationId xmlns:a16="http://schemas.microsoft.com/office/drawing/2014/main" id="{60E765A6-9367-A3D5-07D3-51C4827F6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04095" y="3110128"/>
              <a:ext cx="914400" cy="914400"/>
            </a:xfrm>
            <a:prstGeom prst="rect">
              <a:avLst/>
            </a:prstGeom>
          </p:spPr>
        </p:pic>
        <p:pic>
          <p:nvPicPr>
            <p:cNvPr id="23" name="Graphic 22" descr="Cross country skiing with solid fill">
              <a:extLst>
                <a:ext uri="{FF2B5EF4-FFF2-40B4-BE49-F238E27FC236}">
                  <a16:creationId xmlns:a16="http://schemas.microsoft.com/office/drawing/2014/main" id="{BA33F50D-8F66-6E08-E6DE-F329F1DC1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264610" y="2243690"/>
              <a:ext cx="914400" cy="914400"/>
            </a:xfrm>
            <a:prstGeom prst="rect">
              <a:avLst/>
            </a:prstGeom>
          </p:spPr>
        </p:pic>
        <p:pic>
          <p:nvPicPr>
            <p:cNvPr id="24" name="Graphic 23" descr="Baseball with solid fill">
              <a:extLst>
                <a:ext uri="{FF2B5EF4-FFF2-40B4-BE49-F238E27FC236}">
                  <a16:creationId xmlns:a16="http://schemas.microsoft.com/office/drawing/2014/main" id="{C4A18DCB-BDAC-D25D-408F-42301C259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513947" y="2137330"/>
              <a:ext cx="914400" cy="914400"/>
            </a:xfrm>
            <a:prstGeom prst="rect">
              <a:avLst/>
            </a:prstGeom>
          </p:spPr>
        </p:pic>
        <p:pic>
          <p:nvPicPr>
            <p:cNvPr id="25" name="Graphic 24" descr="Run with solid fill">
              <a:extLst>
                <a:ext uri="{FF2B5EF4-FFF2-40B4-BE49-F238E27FC236}">
                  <a16:creationId xmlns:a16="http://schemas.microsoft.com/office/drawing/2014/main" id="{740A73FD-7343-3EFA-8098-159E85C6F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941936" y="2909165"/>
              <a:ext cx="914400" cy="914400"/>
            </a:xfrm>
            <a:prstGeom prst="rect">
              <a:avLst/>
            </a:prstGeom>
          </p:spPr>
        </p:pic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9861B96E-BD4C-228E-467F-70DD07AF8ABE}"/>
              </a:ext>
            </a:extLst>
          </p:cNvPr>
          <p:cNvSpPr/>
          <p:nvPr/>
        </p:nvSpPr>
        <p:spPr>
          <a:xfrm>
            <a:off x="8695312" y="1828149"/>
            <a:ext cx="3036561" cy="2822050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83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1B7AE-764D-D9C8-F0C5-62179B4ED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Ideally, we can understand the longitudinal nature of how multiple task representations form at the level of neural ensembles and networks in the brain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mice, we gain access to longitudinal imaging methods, cell-type specificity, and the ability to manipulate circuits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So, I will utilize a mouse model of multi-task learning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13AC344-BA86-D1B5-EEDB-70E3E7A9CD91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Understanding the neural mechanisms of multi-task learning</a:t>
            </a:r>
          </a:p>
        </p:txBody>
      </p:sp>
    </p:spTree>
    <p:extLst>
      <p:ext uri="{BB962C8B-B14F-4D97-AF65-F5344CB8AC3E}">
        <p14:creationId xmlns:p14="http://schemas.microsoft.com/office/powerpoint/2010/main" val="2191520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1B7AE-764D-D9C8-F0C5-62179B4ED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mice show evidence of stable behavioral performance across multiple, distinct tasks learned in sequence?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mice exhibit rule learning or multiple stimulus-response mappings when learning two tasks?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mice generalize (or “abstract out”) latent rules along each dimension of a multi-dimensional stimulus?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3D83C4-15A2-F82E-8D37-1C7564AF214B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A mouse model of multi-task learning</a:t>
            </a:r>
          </a:p>
        </p:txBody>
      </p:sp>
    </p:spTree>
    <p:extLst>
      <p:ext uri="{BB962C8B-B14F-4D97-AF65-F5344CB8AC3E}">
        <p14:creationId xmlns:p14="http://schemas.microsoft.com/office/powerpoint/2010/main" val="1443293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72147-97D5-B470-D786-435804780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019"/>
            <a:ext cx="10515600" cy="1142257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A hierarchical framework for multi-task learning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845219-F0BF-B951-A02A-C2F54E3E3DA0}"/>
              </a:ext>
            </a:extLst>
          </p:cNvPr>
          <p:cNvGrpSpPr/>
          <p:nvPr/>
        </p:nvGrpSpPr>
        <p:grpSpPr>
          <a:xfrm>
            <a:off x="1936020" y="2270555"/>
            <a:ext cx="2830490" cy="3435659"/>
            <a:chOff x="690975" y="2236431"/>
            <a:chExt cx="2830490" cy="343565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827A840-684F-37F8-DE81-EBE5CD0F0CD8}"/>
                </a:ext>
              </a:extLst>
            </p:cNvPr>
            <p:cNvSpPr/>
            <p:nvPr/>
          </p:nvSpPr>
          <p:spPr>
            <a:xfrm>
              <a:off x="690975" y="4529833"/>
              <a:ext cx="1142257" cy="114225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Task 1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107BD5C-C241-6D20-3E6D-A5DAEF05784D}"/>
                </a:ext>
              </a:extLst>
            </p:cNvPr>
            <p:cNvSpPr/>
            <p:nvPr/>
          </p:nvSpPr>
          <p:spPr>
            <a:xfrm>
              <a:off x="2379208" y="4529832"/>
              <a:ext cx="1142257" cy="114225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Task 2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159FD58-729A-EB52-FD43-2D459F9231A5}"/>
                </a:ext>
              </a:extLst>
            </p:cNvPr>
            <p:cNvSpPr/>
            <p:nvPr/>
          </p:nvSpPr>
          <p:spPr>
            <a:xfrm>
              <a:off x="1280596" y="2236431"/>
              <a:ext cx="1669740" cy="166974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Task 1 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Task 2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9AD432CD-34FB-1788-47F9-D74AF97563DC}"/>
                </a:ext>
              </a:extLst>
            </p:cNvPr>
            <p:cNvCxnSpPr/>
            <p:nvPr/>
          </p:nvCxnSpPr>
          <p:spPr>
            <a:xfrm flipH="1">
              <a:off x="1482571" y="3977196"/>
              <a:ext cx="221942" cy="4438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26F87F9-898B-0A2F-33B2-717A8E4602F9}"/>
                </a:ext>
              </a:extLst>
            </p:cNvPr>
            <p:cNvCxnSpPr>
              <a:cxnSpLocks/>
            </p:cNvCxnSpPr>
            <p:nvPr/>
          </p:nvCxnSpPr>
          <p:spPr>
            <a:xfrm>
              <a:off x="2512373" y="3977196"/>
              <a:ext cx="284093" cy="4438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Graphic 12" descr="Basketball outline">
            <a:extLst>
              <a:ext uri="{FF2B5EF4-FFF2-40B4-BE49-F238E27FC236}">
                <a16:creationId xmlns:a16="http://schemas.microsoft.com/office/drawing/2014/main" id="{8D9E3DA8-7809-FE4D-C269-5FFF4CD9B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0362" y="4384573"/>
            <a:ext cx="1463337" cy="1463337"/>
          </a:xfrm>
          <a:prstGeom prst="rect">
            <a:avLst/>
          </a:prstGeom>
        </p:spPr>
      </p:pic>
      <p:pic>
        <p:nvPicPr>
          <p:cNvPr id="14" name="Graphic 13" descr="Football outline">
            <a:extLst>
              <a:ext uri="{FF2B5EF4-FFF2-40B4-BE49-F238E27FC236}">
                <a16:creationId xmlns:a16="http://schemas.microsoft.com/office/drawing/2014/main" id="{AD4A8900-FC6A-9845-1210-83FC9DE9AD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6295" y="4392455"/>
            <a:ext cx="1463337" cy="146333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F685B27-FD70-AE00-378A-F789071F1549}"/>
              </a:ext>
            </a:extLst>
          </p:cNvPr>
          <p:cNvGrpSpPr/>
          <p:nvPr/>
        </p:nvGrpSpPr>
        <p:grpSpPr>
          <a:xfrm>
            <a:off x="6941162" y="2727606"/>
            <a:ext cx="2476801" cy="1249590"/>
            <a:chOff x="7166499" y="2878527"/>
            <a:chExt cx="1828800" cy="922662"/>
          </a:xfrm>
        </p:grpSpPr>
        <p:pic>
          <p:nvPicPr>
            <p:cNvPr id="11" name="Graphic 10" descr="Basketball Hoop with solid fill">
              <a:extLst>
                <a:ext uri="{FF2B5EF4-FFF2-40B4-BE49-F238E27FC236}">
                  <a16:creationId xmlns:a16="http://schemas.microsoft.com/office/drawing/2014/main" id="{60F49FE5-A79C-CDE5-EDF2-68053575E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80899" y="2886789"/>
              <a:ext cx="914400" cy="914400"/>
            </a:xfrm>
            <a:prstGeom prst="rect">
              <a:avLst/>
            </a:prstGeom>
          </p:spPr>
        </p:pic>
        <p:pic>
          <p:nvPicPr>
            <p:cNvPr id="12" name="Graphic 11" descr="Football with solid fill">
              <a:extLst>
                <a:ext uri="{FF2B5EF4-FFF2-40B4-BE49-F238E27FC236}">
                  <a16:creationId xmlns:a16="http://schemas.microsoft.com/office/drawing/2014/main" id="{A7BB71B1-5667-56FF-4400-8C8D0B675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66499" y="2878527"/>
              <a:ext cx="914400" cy="914400"/>
            </a:xfrm>
            <a:prstGeom prst="rect">
              <a:avLst/>
            </a:prstGeom>
          </p:spPr>
        </p:pic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7CCB9D-D1E4-E854-5379-6489ED61685D}"/>
              </a:ext>
            </a:extLst>
          </p:cNvPr>
          <p:cNvCxnSpPr/>
          <p:nvPr/>
        </p:nvCxnSpPr>
        <p:spPr>
          <a:xfrm flipH="1">
            <a:off x="7201268" y="3988385"/>
            <a:ext cx="221942" cy="4438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97599B-F44D-1E12-0562-6B55DEB3CEF1}"/>
              </a:ext>
            </a:extLst>
          </p:cNvPr>
          <p:cNvCxnSpPr>
            <a:cxnSpLocks/>
          </p:cNvCxnSpPr>
          <p:nvPr/>
        </p:nvCxnSpPr>
        <p:spPr>
          <a:xfrm>
            <a:off x="8942025" y="3988385"/>
            <a:ext cx="284093" cy="4438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311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72147-97D5-B470-D786-435804780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019"/>
            <a:ext cx="10515600" cy="1142257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A hierarchical framework for multi-task learning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55BE8CA-EF7B-50F0-9396-2DE52829D21C}"/>
              </a:ext>
            </a:extLst>
          </p:cNvPr>
          <p:cNvGrpSpPr/>
          <p:nvPr/>
        </p:nvGrpSpPr>
        <p:grpSpPr>
          <a:xfrm>
            <a:off x="682826" y="2727606"/>
            <a:ext cx="3989270" cy="3128186"/>
            <a:chOff x="6151484" y="2727606"/>
            <a:chExt cx="3989270" cy="3128186"/>
          </a:xfrm>
        </p:grpSpPr>
        <p:pic>
          <p:nvPicPr>
            <p:cNvPr id="13" name="Graphic 12" descr="Basketball outline">
              <a:extLst>
                <a:ext uri="{FF2B5EF4-FFF2-40B4-BE49-F238E27FC236}">
                  <a16:creationId xmlns:a16="http://schemas.microsoft.com/office/drawing/2014/main" id="{8D9E3DA8-7809-FE4D-C269-5FFF4CD9B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51484" y="4384573"/>
              <a:ext cx="1463337" cy="1463337"/>
            </a:xfrm>
            <a:prstGeom prst="rect">
              <a:avLst/>
            </a:prstGeom>
          </p:spPr>
        </p:pic>
        <p:pic>
          <p:nvPicPr>
            <p:cNvPr id="14" name="Graphic 13" descr="Football outline">
              <a:extLst>
                <a:ext uri="{FF2B5EF4-FFF2-40B4-BE49-F238E27FC236}">
                  <a16:creationId xmlns:a16="http://schemas.microsoft.com/office/drawing/2014/main" id="{AD4A8900-FC6A-9845-1210-83FC9DE9A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677417" y="4392455"/>
              <a:ext cx="1463337" cy="1463337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F685B27-FD70-AE00-378A-F789071F1549}"/>
                </a:ext>
              </a:extLst>
            </p:cNvPr>
            <p:cNvGrpSpPr/>
            <p:nvPr/>
          </p:nvGrpSpPr>
          <p:grpSpPr>
            <a:xfrm>
              <a:off x="6932284" y="2727606"/>
              <a:ext cx="2476801" cy="1249590"/>
              <a:chOff x="7166499" y="2878527"/>
              <a:chExt cx="1828800" cy="922662"/>
            </a:xfrm>
          </p:grpSpPr>
          <p:pic>
            <p:nvPicPr>
              <p:cNvPr id="11" name="Graphic 10" descr="Basketball Hoop with solid fill">
                <a:extLst>
                  <a:ext uri="{FF2B5EF4-FFF2-40B4-BE49-F238E27FC236}">
                    <a16:creationId xmlns:a16="http://schemas.microsoft.com/office/drawing/2014/main" id="{60F49FE5-A79C-CDE5-EDF2-68053575E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080899" y="288678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2" name="Graphic 11" descr="Football with solid fill">
                <a:extLst>
                  <a:ext uri="{FF2B5EF4-FFF2-40B4-BE49-F238E27FC236}">
                    <a16:creationId xmlns:a16="http://schemas.microsoft.com/office/drawing/2014/main" id="{A7BB71B1-5667-56FF-4400-8C8D0B675E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166499" y="2878527"/>
                <a:ext cx="914400" cy="914400"/>
              </a:xfrm>
              <a:prstGeom prst="rect">
                <a:avLst/>
              </a:prstGeom>
            </p:spPr>
          </p:pic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17CCB9D-D1E4-E854-5379-6489ED61685D}"/>
                </a:ext>
              </a:extLst>
            </p:cNvPr>
            <p:cNvCxnSpPr/>
            <p:nvPr/>
          </p:nvCxnSpPr>
          <p:spPr>
            <a:xfrm flipH="1">
              <a:off x="7192390" y="3988385"/>
              <a:ext cx="221942" cy="4438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597599B-F44D-1E12-0562-6B55DEB3CEF1}"/>
                </a:ext>
              </a:extLst>
            </p:cNvPr>
            <p:cNvCxnSpPr>
              <a:cxnSpLocks/>
            </p:cNvCxnSpPr>
            <p:nvPr/>
          </p:nvCxnSpPr>
          <p:spPr>
            <a:xfrm>
              <a:off x="8933147" y="3988385"/>
              <a:ext cx="284093" cy="4438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6FD6B0-AEB3-7260-EF63-B42A49AE887E}"/>
              </a:ext>
            </a:extLst>
          </p:cNvPr>
          <p:cNvGrpSpPr/>
          <p:nvPr/>
        </p:nvGrpSpPr>
        <p:grpSpPr>
          <a:xfrm>
            <a:off x="5658935" y="4650626"/>
            <a:ext cx="1609196" cy="1026404"/>
            <a:chOff x="5738831" y="3447942"/>
            <a:chExt cx="2861331" cy="182506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0B63259-C1E6-4B1F-7649-27779134EA40}"/>
                </a:ext>
              </a:extLst>
            </p:cNvPr>
            <p:cNvGrpSpPr/>
            <p:nvPr/>
          </p:nvGrpSpPr>
          <p:grpSpPr>
            <a:xfrm>
              <a:off x="5756604" y="3447942"/>
              <a:ext cx="2843558" cy="775533"/>
              <a:chOff x="6576965" y="1910404"/>
              <a:chExt cx="2843558" cy="775533"/>
            </a:xfrm>
          </p:grpSpPr>
          <p:pic>
            <p:nvPicPr>
              <p:cNvPr id="26" name="Graphic 25" descr="Music note with solid fill">
                <a:extLst>
                  <a:ext uri="{FF2B5EF4-FFF2-40B4-BE49-F238E27FC236}">
                    <a16:creationId xmlns:a16="http://schemas.microsoft.com/office/drawing/2014/main" id="{5B78F3E9-C3CA-D615-05C6-121EF7B1B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362907" y="2068833"/>
                <a:ext cx="544052" cy="544052"/>
              </a:xfrm>
              <a:prstGeom prst="rect">
                <a:avLst/>
              </a:prstGeom>
            </p:spPr>
          </p:pic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4E92803-C42C-F0E5-738E-728E8DC494DC}"/>
                  </a:ext>
                </a:extLst>
              </p:cNvPr>
              <p:cNvGrpSpPr/>
              <p:nvPr/>
            </p:nvGrpSpPr>
            <p:grpSpPr>
              <a:xfrm>
                <a:off x="6576965" y="1910404"/>
                <a:ext cx="2843558" cy="775533"/>
                <a:chOff x="212145" y="230658"/>
                <a:chExt cx="3882203" cy="1058806"/>
              </a:xfrm>
            </p:grpSpPr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D95A7991-71C2-D8C7-8541-47886C79E0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3"/>
                <a:srcRect l="20755" r="20449" b="67310"/>
                <a:stretch/>
              </p:blipFill>
              <p:spPr>
                <a:xfrm>
                  <a:off x="1581521" y="230658"/>
                  <a:ext cx="1143454" cy="988504"/>
                </a:xfrm>
                <a:prstGeom prst="rect">
                  <a:avLst/>
                </a:prstGeom>
              </p:spPr>
            </p:pic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87E63093-93D6-59AD-B4DE-EB421ED4DC80}"/>
                    </a:ext>
                  </a:extLst>
                </p:cNvPr>
                <p:cNvGrpSpPr/>
                <p:nvPr/>
              </p:nvGrpSpPr>
              <p:grpSpPr>
                <a:xfrm>
                  <a:off x="212145" y="375064"/>
                  <a:ext cx="3882203" cy="914400"/>
                  <a:chOff x="212145" y="375064"/>
                  <a:chExt cx="3882203" cy="914400"/>
                </a:xfrm>
              </p:grpSpPr>
              <p:pic>
                <p:nvPicPr>
                  <p:cNvPr id="30" name="Graphic 29" descr="Volume with solid fill">
                    <a:extLst>
                      <a:ext uri="{FF2B5EF4-FFF2-40B4-BE49-F238E27FC236}">
                        <a16:creationId xmlns:a16="http://schemas.microsoft.com/office/drawing/2014/main" id="{DB76588D-8019-44D9-C96B-43F00F17B2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rcRect l="1" r="46722"/>
                  <a:stretch/>
                </p:blipFill>
                <p:spPr>
                  <a:xfrm>
                    <a:off x="212145" y="375064"/>
                    <a:ext cx="487175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31" name="Graphic 30" descr="Volume with solid fill">
                    <a:extLst>
                      <a:ext uri="{FF2B5EF4-FFF2-40B4-BE49-F238E27FC236}">
                        <a16:creationId xmlns:a16="http://schemas.microsoft.com/office/drawing/2014/main" id="{EEF766EE-F23F-1CC9-D840-8FCB1E0421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rcRect l="1" r="6180"/>
                  <a:stretch/>
                </p:blipFill>
                <p:spPr>
                  <a:xfrm flipH="1">
                    <a:off x="3236468" y="375064"/>
                    <a:ext cx="857880" cy="914400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6C2336B-96F3-E607-E436-E2E918BE73C8}"/>
                </a:ext>
              </a:extLst>
            </p:cNvPr>
            <p:cNvGrpSpPr/>
            <p:nvPr/>
          </p:nvGrpSpPr>
          <p:grpSpPr>
            <a:xfrm>
              <a:off x="5738831" y="4497470"/>
              <a:ext cx="2843557" cy="775533"/>
              <a:chOff x="6576965" y="1910404"/>
              <a:chExt cx="2843557" cy="775533"/>
            </a:xfrm>
          </p:grpSpPr>
          <p:pic>
            <p:nvPicPr>
              <p:cNvPr id="20" name="Graphic 19" descr="Music note with solid fill">
                <a:extLst>
                  <a:ext uri="{FF2B5EF4-FFF2-40B4-BE49-F238E27FC236}">
                    <a16:creationId xmlns:a16="http://schemas.microsoft.com/office/drawing/2014/main" id="{E289824E-50D6-6920-2984-DF7823F0B8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084524" y="2068833"/>
                <a:ext cx="544052" cy="544052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6A172275-649B-846E-B60F-4FC84569EE1F}"/>
                  </a:ext>
                </a:extLst>
              </p:cNvPr>
              <p:cNvGrpSpPr/>
              <p:nvPr/>
            </p:nvGrpSpPr>
            <p:grpSpPr>
              <a:xfrm>
                <a:off x="6576965" y="1910404"/>
                <a:ext cx="2843557" cy="775533"/>
                <a:chOff x="212145" y="230658"/>
                <a:chExt cx="3882202" cy="1058806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0ADAEDF7-3D0A-4F34-516E-70A59CE5E1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3"/>
                <a:srcRect l="20755" r="20449" b="67310"/>
                <a:stretch/>
              </p:blipFill>
              <p:spPr>
                <a:xfrm>
                  <a:off x="1581521" y="230658"/>
                  <a:ext cx="1143454" cy="988504"/>
                </a:xfrm>
                <a:prstGeom prst="rect">
                  <a:avLst/>
                </a:prstGeom>
              </p:spPr>
            </p:pic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8E755DD5-C427-A907-0A12-2B03B72505B7}"/>
                    </a:ext>
                  </a:extLst>
                </p:cNvPr>
                <p:cNvGrpSpPr/>
                <p:nvPr/>
              </p:nvGrpSpPr>
              <p:grpSpPr>
                <a:xfrm>
                  <a:off x="212145" y="375064"/>
                  <a:ext cx="3882202" cy="914400"/>
                  <a:chOff x="212145" y="375064"/>
                  <a:chExt cx="3882202" cy="914400"/>
                </a:xfrm>
              </p:grpSpPr>
              <p:pic>
                <p:nvPicPr>
                  <p:cNvPr id="24" name="Graphic 23" descr="Volume with solid fill">
                    <a:extLst>
                      <a:ext uri="{FF2B5EF4-FFF2-40B4-BE49-F238E27FC236}">
                        <a16:creationId xmlns:a16="http://schemas.microsoft.com/office/drawing/2014/main" id="{5E66FFAE-D674-3862-4134-8326D770CB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rcRect l="1" r="1685"/>
                  <a:stretch/>
                </p:blipFill>
                <p:spPr>
                  <a:xfrm>
                    <a:off x="212145" y="375064"/>
                    <a:ext cx="898995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25" name="Graphic 24" descr="Volume with solid fill">
                    <a:extLst>
                      <a:ext uri="{FF2B5EF4-FFF2-40B4-BE49-F238E27FC236}">
                        <a16:creationId xmlns:a16="http://schemas.microsoft.com/office/drawing/2014/main" id="{B1C287AB-9BB7-F562-C16D-9AB1E211EEB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rcRect l="1" r="46785"/>
                  <a:stretch/>
                </p:blipFill>
                <p:spPr>
                  <a:xfrm flipH="1">
                    <a:off x="3607762" y="375064"/>
                    <a:ext cx="486585" cy="914400"/>
                  </a:xfrm>
                  <a:prstGeom prst="rect">
                    <a:avLst/>
                  </a:prstGeom>
                </p:spPr>
              </p:pic>
            </p:grpSp>
          </p:grp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AE5BFC4-F4F1-0C21-3A99-4FBF10EDB0C2}"/>
              </a:ext>
            </a:extLst>
          </p:cNvPr>
          <p:cNvSpPr txBox="1"/>
          <p:nvPr/>
        </p:nvSpPr>
        <p:spPr>
          <a:xfrm>
            <a:off x="5627320" y="4269170"/>
            <a:ext cx="166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Localization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986B9F-84EF-AA2C-38B9-7E5C069F7360}"/>
              </a:ext>
            </a:extLst>
          </p:cNvPr>
          <p:cNvGrpSpPr/>
          <p:nvPr/>
        </p:nvGrpSpPr>
        <p:grpSpPr>
          <a:xfrm>
            <a:off x="6096000" y="2203535"/>
            <a:ext cx="3608996" cy="1359914"/>
            <a:chOff x="6605884" y="2137772"/>
            <a:chExt cx="3608996" cy="1359914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AAD8781-29E5-4C22-18E7-411801D443DF}"/>
                </a:ext>
              </a:extLst>
            </p:cNvPr>
            <p:cNvGrpSpPr/>
            <p:nvPr/>
          </p:nvGrpSpPr>
          <p:grpSpPr>
            <a:xfrm>
              <a:off x="6605884" y="2499093"/>
              <a:ext cx="3608996" cy="998593"/>
              <a:chOff x="5938493" y="1965867"/>
              <a:chExt cx="3608996" cy="998593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20CC2642-3A00-B949-C472-D3382BE905B6}"/>
                  </a:ext>
                </a:extLst>
              </p:cNvPr>
              <p:cNvGrpSpPr/>
              <p:nvPr/>
            </p:nvGrpSpPr>
            <p:grpSpPr>
              <a:xfrm>
                <a:off x="5938493" y="1965867"/>
                <a:ext cx="1504076" cy="493776"/>
                <a:chOff x="501512" y="255149"/>
                <a:chExt cx="3882205" cy="1274497"/>
              </a:xfrm>
            </p:grpSpPr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AA658BAE-8ED9-B01C-6056-801B6F6D0FF5}"/>
                    </a:ext>
                  </a:extLst>
                </p:cNvPr>
                <p:cNvGrpSpPr/>
                <p:nvPr/>
              </p:nvGrpSpPr>
              <p:grpSpPr>
                <a:xfrm>
                  <a:off x="501512" y="519470"/>
                  <a:ext cx="3882205" cy="914400"/>
                  <a:chOff x="212145" y="375064"/>
                  <a:chExt cx="3882205" cy="914400"/>
                </a:xfrm>
              </p:grpSpPr>
              <p:pic>
                <p:nvPicPr>
                  <p:cNvPr id="79" name="Graphic 78" descr="Volume with solid fill">
                    <a:extLst>
                      <a:ext uri="{FF2B5EF4-FFF2-40B4-BE49-F238E27FC236}">
                        <a16:creationId xmlns:a16="http://schemas.microsoft.com/office/drawing/2014/main" id="{EBF86871-816A-91B6-DD27-E7C24BDCE0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rcRect r="46602"/>
                  <a:stretch/>
                </p:blipFill>
                <p:spPr>
                  <a:xfrm>
                    <a:off x="212145" y="375064"/>
                    <a:ext cx="488273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80" name="Graphic 79" descr="Volume with solid fill">
                    <a:extLst>
                      <a:ext uri="{FF2B5EF4-FFF2-40B4-BE49-F238E27FC236}">
                        <a16:creationId xmlns:a16="http://schemas.microsoft.com/office/drawing/2014/main" id="{1BCCE913-8EA0-782A-0D8B-6C54D373BD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rcRect r="7184"/>
                  <a:stretch/>
                </p:blipFill>
                <p:spPr>
                  <a:xfrm flipH="1">
                    <a:off x="3245637" y="375064"/>
                    <a:ext cx="848713" cy="9144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7" name="Picture 76" descr="Logo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16535C95-840C-A123-013C-223A23614B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975" t="35211" r="37889" b="30349"/>
                <a:stretch/>
              </p:blipFill>
              <p:spPr>
                <a:xfrm>
                  <a:off x="3239428" y="423694"/>
                  <a:ext cx="295576" cy="1105952"/>
                </a:xfrm>
                <a:prstGeom prst="rect">
                  <a:avLst/>
                </a:prstGeom>
              </p:spPr>
            </p:pic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5BDA6DE4-ED5E-538D-DC90-83B233AB26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1"/>
                <a:srcRect l="21063" r="20141" b="63312"/>
                <a:stretch/>
              </p:blipFill>
              <p:spPr>
                <a:xfrm>
                  <a:off x="1870888" y="255149"/>
                  <a:ext cx="1143454" cy="1178721"/>
                </a:xfrm>
                <a:prstGeom prst="rect">
                  <a:avLst/>
                </a:prstGeom>
              </p:spPr>
            </p:pic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E8DFC921-F099-7A33-93E2-5D461D8A3427}"/>
                  </a:ext>
                </a:extLst>
              </p:cNvPr>
              <p:cNvGrpSpPr/>
              <p:nvPr/>
            </p:nvGrpSpPr>
            <p:grpSpPr>
              <a:xfrm>
                <a:off x="8011968" y="2011267"/>
                <a:ext cx="1535521" cy="452190"/>
                <a:chOff x="460286" y="1425518"/>
                <a:chExt cx="2843559" cy="837389"/>
              </a:xfrm>
            </p:grpSpPr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EE2903E4-3EF1-1FA8-BB4A-F695728366EF}"/>
                    </a:ext>
                  </a:extLst>
                </p:cNvPr>
                <p:cNvGrpSpPr/>
                <p:nvPr/>
              </p:nvGrpSpPr>
              <p:grpSpPr>
                <a:xfrm>
                  <a:off x="460286" y="1425518"/>
                  <a:ext cx="2843559" cy="775533"/>
                  <a:chOff x="212145" y="230658"/>
                  <a:chExt cx="3882205" cy="1058806"/>
                </a:xfrm>
              </p:grpSpPr>
              <p:pic>
                <p:nvPicPr>
                  <p:cNvPr id="72" name="Picture 71">
                    <a:extLst>
                      <a:ext uri="{FF2B5EF4-FFF2-40B4-BE49-F238E27FC236}">
                        <a16:creationId xmlns:a16="http://schemas.microsoft.com/office/drawing/2014/main" id="{EBCD6B9D-DBB5-DA01-1332-2338B44D01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3"/>
                  <a:srcRect l="20755" r="20449" b="67310"/>
                  <a:stretch/>
                </p:blipFill>
                <p:spPr>
                  <a:xfrm>
                    <a:off x="1581521" y="230658"/>
                    <a:ext cx="1143454" cy="988504"/>
                  </a:xfrm>
                  <a:prstGeom prst="rect">
                    <a:avLst/>
                  </a:prstGeom>
                </p:spPr>
              </p:pic>
              <p:grpSp>
                <p:nvGrpSpPr>
                  <p:cNvPr id="73" name="Group 72">
                    <a:extLst>
                      <a:ext uri="{FF2B5EF4-FFF2-40B4-BE49-F238E27FC236}">
                        <a16:creationId xmlns:a16="http://schemas.microsoft.com/office/drawing/2014/main" id="{2C94904C-1E56-CA7D-A785-DA8A818EEE07}"/>
                      </a:ext>
                    </a:extLst>
                  </p:cNvPr>
                  <p:cNvGrpSpPr/>
                  <p:nvPr/>
                </p:nvGrpSpPr>
                <p:grpSpPr>
                  <a:xfrm>
                    <a:off x="212145" y="375064"/>
                    <a:ext cx="3882205" cy="914400"/>
                    <a:chOff x="212145" y="375064"/>
                    <a:chExt cx="3882205" cy="914400"/>
                  </a:xfrm>
                </p:grpSpPr>
                <p:pic>
                  <p:nvPicPr>
                    <p:cNvPr id="74" name="Graphic 73" descr="Volume with solid fill">
                      <a:extLst>
                        <a:ext uri="{FF2B5EF4-FFF2-40B4-BE49-F238E27FC236}">
                          <a16:creationId xmlns:a16="http://schemas.microsoft.com/office/drawing/2014/main" id="{4A443309-3727-000A-5A4D-3087DB1DBE2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5"/>
                        </a:ext>
                      </a:extLst>
                    </a:blip>
                    <a:srcRect l="1" r="47695"/>
                    <a:stretch/>
                  </p:blipFill>
                  <p:spPr>
                    <a:xfrm>
                      <a:off x="212145" y="375064"/>
                      <a:ext cx="478273" cy="914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75" name="Graphic 74" descr="Volume with solid fill">
                      <a:extLst>
                        <a:ext uri="{FF2B5EF4-FFF2-40B4-BE49-F238E27FC236}">
                          <a16:creationId xmlns:a16="http://schemas.microsoft.com/office/drawing/2014/main" id="{9123EA3E-754E-6E9A-DB1D-FD055B6746D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8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9"/>
                        </a:ext>
                      </a:extLst>
                    </a:blip>
                    <a:srcRect r="8537"/>
                    <a:stretch/>
                  </p:blipFill>
                  <p:spPr>
                    <a:xfrm flipH="1">
                      <a:off x="3258008" y="375064"/>
                      <a:ext cx="836342" cy="914400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71" name="Picture 70" descr="Icon&#10;&#10;Description automatically generated">
                  <a:extLst>
                    <a:ext uri="{FF2B5EF4-FFF2-40B4-BE49-F238E27FC236}">
                      <a16:creationId xmlns:a16="http://schemas.microsoft.com/office/drawing/2014/main" id="{40B393D5-1E24-4577-7060-92956A882D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6132" t="39482" r="37732" b="26084"/>
                <a:stretch/>
              </p:blipFill>
              <p:spPr>
                <a:xfrm>
                  <a:off x="2463377" y="1469430"/>
                  <a:ext cx="212105" cy="793477"/>
                </a:xfrm>
                <a:prstGeom prst="rect">
                  <a:avLst/>
                </a:prstGeom>
              </p:spPr>
            </p:pic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9A9418B0-6C2A-8EC4-6E5F-B17FEB4F779A}"/>
                  </a:ext>
                </a:extLst>
              </p:cNvPr>
              <p:cNvGrpSpPr/>
              <p:nvPr/>
            </p:nvGrpSpPr>
            <p:grpSpPr>
              <a:xfrm>
                <a:off x="5938493" y="2512270"/>
                <a:ext cx="1535521" cy="452190"/>
                <a:chOff x="2440007" y="3669652"/>
                <a:chExt cx="2843559" cy="837389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B3F7B178-D0F3-534E-7474-CE50C8DD97B8}"/>
                    </a:ext>
                  </a:extLst>
                </p:cNvPr>
                <p:cNvGrpSpPr/>
                <p:nvPr/>
              </p:nvGrpSpPr>
              <p:grpSpPr>
                <a:xfrm>
                  <a:off x="2440007" y="3669652"/>
                  <a:ext cx="2843559" cy="775533"/>
                  <a:chOff x="212144" y="230658"/>
                  <a:chExt cx="3882204" cy="1058806"/>
                </a:xfrm>
              </p:grpSpPr>
              <p:pic>
                <p:nvPicPr>
                  <p:cNvPr id="66" name="Picture 65">
                    <a:extLst>
                      <a:ext uri="{FF2B5EF4-FFF2-40B4-BE49-F238E27FC236}">
                        <a16:creationId xmlns:a16="http://schemas.microsoft.com/office/drawing/2014/main" id="{26E36C4B-157B-FF5C-4460-0DE7E2A5386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3"/>
                  <a:srcRect l="20755" r="20449" b="67310"/>
                  <a:stretch/>
                </p:blipFill>
                <p:spPr>
                  <a:xfrm>
                    <a:off x="1581521" y="230658"/>
                    <a:ext cx="1143454" cy="988504"/>
                  </a:xfrm>
                  <a:prstGeom prst="rect">
                    <a:avLst/>
                  </a:prstGeom>
                </p:spPr>
              </p:pic>
              <p:grpSp>
                <p:nvGrpSpPr>
                  <p:cNvPr id="67" name="Group 66">
                    <a:extLst>
                      <a:ext uri="{FF2B5EF4-FFF2-40B4-BE49-F238E27FC236}">
                        <a16:creationId xmlns:a16="http://schemas.microsoft.com/office/drawing/2014/main" id="{0B023306-51B4-6783-6D0C-4B69DE7ACEA6}"/>
                      </a:ext>
                    </a:extLst>
                  </p:cNvPr>
                  <p:cNvGrpSpPr/>
                  <p:nvPr/>
                </p:nvGrpSpPr>
                <p:grpSpPr>
                  <a:xfrm>
                    <a:off x="212144" y="375064"/>
                    <a:ext cx="3882204" cy="914400"/>
                    <a:chOff x="212144" y="375064"/>
                    <a:chExt cx="3882204" cy="914400"/>
                  </a:xfrm>
                </p:grpSpPr>
                <p:pic>
                  <p:nvPicPr>
                    <p:cNvPr id="68" name="Graphic 67" descr="Volume with solid fill">
                      <a:extLst>
                        <a:ext uri="{FF2B5EF4-FFF2-40B4-BE49-F238E27FC236}">
                          <a16:creationId xmlns:a16="http://schemas.microsoft.com/office/drawing/2014/main" id="{4FBA68E2-B7C6-EF02-B470-6121F7C6775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8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9"/>
                        </a:ext>
                      </a:extLst>
                    </a:blip>
                    <a:srcRect l="1" r="-5625"/>
                    <a:stretch/>
                  </p:blipFill>
                  <p:spPr>
                    <a:xfrm>
                      <a:off x="212144" y="375064"/>
                      <a:ext cx="965837" cy="914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9" name="Graphic 68" descr="Volume with solid fill">
                      <a:extLst>
                        <a:ext uri="{FF2B5EF4-FFF2-40B4-BE49-F238E27FC236}">
                          <a16:creationId xmlns:a16="http://schemas.microsoft.com/office/drawing/2014/main" id="{C4C1094B-F250-05AE-906D-346D292CAC9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5"/>
                        </a:ext>
                      </a:extLst>
                    </a:blip>
                    <a:srcRect l="1" r="45452"/>
                    <a:stretch/>
                  </p:blipFill>
                  <p:spPr>
                    <a:xfrm flipH="1">
                      <a:off x="3595566" y="375064"/>
                      <a:ext cx="498782" cy="914400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65" name="Picture 64" descr="Logo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E702C91D-2BDA-1902-706B-2776F0054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975" t="35211" r="37889" b="30349"/>
                <a:stretch/>
              </p:blipFill>
              <p:spPr>
                <a:xfrm>
                  <a:off x="3119147" y="3713564"/>
                  <a:ext cx="212064" cy="793477"/>
                </a:xfrm>
                <a:prstGeom prst="rect">
                  <a:avLst/>
                </a:prstGeom>
              </p:spPr>
            </p:pic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2655AA8C-9449-083C-C815-639F08781E7A}"/>
                  </a:ext>
                </a:extLst>
              </p:cNvPr>
              <p:cNvGrpSpPr/>
              <p:nvPr/>
            </p:nvGrpSpPr>
            <p:grpSpPr>
              <a:xfrm>
                <a:off x="8011968" y="2506316"/>
                <a:ext cx="1535521" cy="452190"/>
                <a:chOff x="2450232" y="4994256"/>
                <a:chExt cx="2843559" cy="837390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AB2C8283-579C-B21A-B343-3CCAC6A53521}"/>
                    </a:ext>
                  </a:extLst>
                </p:cNvPr>
                <p:cNvGrpSpPr/>
                <p:nvPr/>
              </p:nvGrpSpPr>
              <p:grpSpPr>
                <a:xfrm>
                  <a:off x="2450232" y="4994256"/>
                  <a:ext cx="2843559" cy="775533"/>
                  <a:chOff x="212144" y="230658"/>
                  <a:chExt cx="3882204" cy="1058806"/>
                </a:xfrm>
              </p:grpSpPr>
              <p:pic>
                <p:nvPicPr>
                  <p:cNvPr id="60" name="Picture 59">
                    <a:extLst>
                      <a:ext uri="{FF2B5EF4-FFF2-40B4-BE49-F238E27FC236}">
                        <a16:creationId xmlns:a16="http://schemas.microsoft.com/office/drawing/2014/main" id="{D75FF623-581D-961C-FE3D-17F030E356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3"/>
                  <a:srcRect l="20755" r="20449" b="67310"/>
                  <a:stretch/>
                </p:blipFill>
                <p:spPr>
                  <a:xfrm>
                    <a:off x="1581521" y="230658"/>
                    <a:ext cx="1143454" cy="988504"/>
                  </a:xfrm>
                  <a:prstGeom prst="rect">
                    <a:avLst/>
                  </a:prstGeom>
                </p:spPr>
              </p:pic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18185C32-504E-157C-604E-9AAC9419870D}"/>
                      </a:ext>
                    </a:extLst>
                  </p:cNvPr>
                  <p:cNvGrpSpPr/>
                  <p:nvPr/>
                </p:nvGrpSpPr>
                <p:grpSpPr>
                  <a:xfrm>
                    <a:off x="212144" y="375064"/>
                    <a:ext cx="3882204" cy="914400"/>
                    <a:chOff x="212144" y="375064"/>
                    <a:chExt cx="3882204" cy="914400"/>
                  </a:xfrm>
                </p:grpSpPr>
                <p:pic>
                  <p:nvPicPr>
                    <p:cNvPr id="62" name="Graphic 61" descr="Volume with solid fill">
                      <a:extLst>
                        <a:ext uri="{FF2B5EF4-FFF2-40B4-BE49-F238E27FC236}">
                          <a16:creationId xmlns:a16="http://schemas.microsoft.com/office/drawing/2014/main" id="{DFA7072A-93F2-B8D7-5AA5-04BA91A0916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8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9"/>
                        </a:ext>
                      </a:extLst>
                    </a:blip>
                    <a:srcRect l="1" r="-5625"/>
                    <a:stretch/>
                  </p:blipFill>
                  <p:spPr>
                    <a:xfrm>
                      <a:off x="212144" y="375064"/>
                      <a:ext cx="965837" cy="914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3" name="Graphic 62" descr="Volume with solid fill">
                      <a:extLst>
                        <a:ext uri="{FF2B5EF4-FFF2-40B4-BE49-F238E27FC236}">
                          <a16:creationId xmlns:a16="http://schemas.microsoft.com/office/drawing/2014/main" id="{DDE5DEC7-F0E4-55C9-603A-9256B9B1EB8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5"/>
                        </a:ext>
                      </a:extLst>
                    </a:blip>
                    <a:srcRect l="1" r="45452"/>
                    <a:stretch/>
                  </p:blipFill>
                  <p:spPr>
                    <a:xfrm flipH="1">
                      <a:off x="3595566" y="375064"/>
                      <a:ext cx="498782" cy="914400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59" name="Picture 58" descr="Icon&#10;&#10;Description automatically generated">
                  <a:extLst>
                    <a:ext uri="{FF2B5EF4-FFF2-40B4-BE49-F238E27FC236}">
                      <a16:creationId xmlns:a16="http://schemas.microsoft.com/office/drawing/2014/main" id="{CBF56022-C40B-193F-E92E-2EDEC6ECAF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6132" t="39482" r="37732" b="26084"/>
                <a:stretch/>
              </p:blipFill>
              <p:spPr>
                <a:xfrm>
                  <a:off x="3120472" y="5038169"/>
                  <a:ext cx="212105" cy="793477"/>
                </a:xfrm>
                <a:prstGeom prst="rect">
                  <a:avLst/>
                </a:prstGeom>
              </p:spPr>
            </p:pic>
          </p:grp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4B2ABB8-B5DF-BE4E-C712-71121AF96114}"/>
                </a:ext>
              </a:extLst>
            </p:cNvPr>
            <p:cNvSpPr txBox="1"/>
            <p:nvPr/>
          </p:nvSpPr>
          <p:spPr>
            <a:xfrm>
              <a:off x="7467517" y="2137772"/>
              <a:ext cx="19333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Combined task</a:t>
              </a:r>
            </a:p>
          </p:txBody>
        </p:sp>
      </p:grp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A345C62-39C0-DFEB-621D-834D92819A0F}"/>
              </a:ext>
            </a:extLst>
          </p:cNvPr>
          <p:cNvCxnSpPr>
            <a:cxnSpLocks/>
          </p:cNvCxnSpPr>
          <p:nvPr/>
        </p:nvCxnSpPr>
        <p:spPr>
          <a:xfrm>
            <a:off x="8881692" y="3740317"/>
            <a:ext cx="284093" cy="4438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DDE141F-F925-8AB3-584F-04E0E412908B}"/>
              </a:ext>
            </a:extLst>
          </p:cNvPr>
          <p:cNvCxnSpPr>
            <a:cxnSpLocks/>
          </p:cNvCxnSpPr>
          <p:nvPr/>
        </p:nvCxnSpPr>
        <p:spPr>
          <a:xfrm flipH="1">
            <a:off x="6658198" y="3749449"/>
            <a:ext cx="292631" cy="4347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4078C4E9-61F7-B908-D364-986D9DC62CAB}"/>
              </a:ext>
            </a:extLst>
          </p:cNvPr>
          <p:cNvSpPr/>
          <p:nvPr/>
        </p:nvSpPr>
        <p:spPr>
          <a:xfrm rot="16200000" flipV="1">
            <a:off x="6984114" y="2745771"/>
            <a:ext cx="440952" cy="218415"/>
          </a:xfrm>
          <a:prstGeom prst="rightArrow">
            <a:avLst>
              <a:gd name="adj1" fmla="val 24498"/>
              <a:gd name="adj2" fmla="val 39374"/>
            </a:avLst>
          </a:prstGeom>
          <a:gradFill flip="none" rotWithShape="1">
            <a:gsLst>
              <a:gs pos="0">
                <a:schemeClr val="accent4"/>
              </a:gs>
              <a:gs pos="38000">
                <a:schemeClr val="accent1"/>
              </a:gs>
              <a:gs pos="69000">
                <a:schemeClr val="accent1">
                  <a:lumMod val="75000"/>
                </a:schemeClr>
              </a:gs>
              <a:gs pos="100000">
                <a:srgbClr val="7030A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8190805C-EBA3-CA59-4E8D-AF07110242A3}"/>
              </a:ext>
            </a:extLst>
          </p:cNvPr>
          <p:cNvSpPr/>
          <p:nvPr/>
        </p:nvSpPr>
        <p:spPr>
          <a:xfrm rot="16200000" flipV="1">
            <a:off x="6297740" y="3240577"/>
            <a:ext cx="440952" cy="218415"/>
          </a:xfrm>
          <a:prstGeom prst="rightArrow">
            <a:avLst>
              <a:gd name="adj1" fmla="val 24498"/>
              <a:gd name="adj2" fmla="val 39374"/>
            </a:avLst>
          </a:prstGeom>
          <a:gradFill flip="none" rotWithShape="1">
            <a:gsLst>
              <a:gs pos="0">
                <a:schemeClr val="accent4"/>
              </a:gs>
              <a:gs pos="38000">
                <a:schemeClr val="accent1"/>
              </a:gs>
              <a:gs pos="69000">
                <a:schemeClr val="accent1">
                  <a:lumMod val="75000"/>
                </a:schemeClr>
              </a:gs>
              <a:gs pos="100000">
                <a:srgbClr val="7030A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Arrow: Right 94">
            <a:extLst>
              <a:ext uri="{FF2B5EF4-FFF2-40B4-BE49-F238E27FC236}">
                <a16:creationId xmlns:a16="http://schemas.microsoft.com/office/drawing/2014/main" id="{875094D0-A0B0-FC66-023D-031EE7D1D1DA}"/>
              </a:ext>
            </a:extLst>
          </p:cNvPr>
          <p:cNvSpPr/>
          <p:nvPr/>
        </p:nvSpPr>
        <p:spPr>
          <a:xfrm rot="5400000" flipV="1">
            <a:off x="9086863" y="2721524"/>
            <a:ext cx="440952" cy="218415"/>
          </a:xfrm>
          <a:prstGeom prst="rightArrow">
            <a:avLst>
              <a:gd name="adj1" fmla="val 24498"/>
              <a:gd name="adj2" fmla="val 39374"/>
            </a:avLst>
          </a:prstGeom>
          <a:gradFill flip="none" rotWithShape="1">
            <a:gsLst>
              <a:gs pos="0">
                <a:schemeClr val="accent4"/>
              </a:gs>
              <a:gs pos="38000">
                <a:schemeClr val="accent1"/>
              </a:gs>
              <a:gs pos="69000">
                <a:schemeClr val="accent1">
                  <a:lumMod val="75000"/>
                </a:schemeClr>
              </a:gs>
              <a:gs pos="100000">
                <a:srgbClr val="7030A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Arrow: Right 95">
            <a:extLst>
              <a:ext uri="{FF2B5EF4-FFF2-40B4-BE49-F238E27FC236}">
                <a16:creationId xmlns:a16="http://schemas.microsoft.com/office/drawing/2014/main" id="{39A26548-7C74-3F06-0C43-14B8B203FF51}"/>
              </a:ext>
            </a:extLst>
          </p:cNvPr>
          <p:cNvSpPr/>
          <p:nvPr/>
        </p:nvSpPr>
        <p:spPr>
          <a:xfrm rot="5400000" flipV="1">
            <a:off x="8367365" y="3257581"/>
            <a:ext cx="440952" cy="218415"/>
          </a:xfrm>
          <a:prstGeom prst="rightArrow">
            <a:avLst>
              <a:gd name="adj1" fmla="val 24498"/>
              <a:gd name="adj2" fmla="val 39374"/>
            </a:avLst>
          </a:prstGeom>
          <a:gradFill flip="none" rotWithShape="1">
            <a:gsLst>
              <a:gs pos="0">
                <a:schemeClr val="accent4"/>
              </a:gs>
              <a:gs pos="38000">
                <a:schemeClr val="accent1"/>
              </a:gs>
              <a:gs pos="69000">
                <a:schemeClr val="accent1">
                  <a:lumMod val="75000"/>
                </a:schemeClr>
              </a:gs>
              <a:gs pos="100000">
                <a:srgbClr val="7030A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C9B5702-58D6-E954-E91E-0BB95B0E649A}"/>
              </a:ext>
            </a:extLst>
          </p:cNvPr>
          <p:cNvGrpSpPr/>
          <p:nvPr/>
        </p:nvGrpSpPr>
        <p:grpSpPr>
          <a:xfrm>
            <a:off x="10551919" y="1955853"/>
            <a:ext cx="1272612" cy="512962"/>
            <a:chOff x="4268736" y="2278162"/>
            <a:chExt cx="2016466" cy="812793"/>
          </a:xfrm>
        </p:grpSpPr>
        <p:pic>
          <p:nvPicPr>
            <p:cNvPr id="98" name="Graphic 97" descr="Music note with solid fill">
              <a:extLst>
                <a:ext uri="{FF2B5EF4-FFF2-40B4-BE49-F238E27FC236}">
                  <a16:creationId xmlns:a16="http://schemas.microsoft.com/office/drawing/2014/main" id="{75BC5818-B880-5261-E5FD-CF14F2F2D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268736" y="2278162"/>
              <a:ext cx="544052" cy="544052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6E6B473-DB46-4E40-45C4-5EC73F1634B5}"/>
                </a:ext>
              </a:extLst>
            </p:cNvPr>
            <p:cNvSpPr txBox="1"/>
            <p:nvPr/>
          </p:nvSpPr>
          <p:spPr>
            <a:xfrm>
              <a:off x="4704974" y="2359443"/>
              <a:ext cx="1580228" cy="7315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= 6kHz pure tone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64D9F1F8-CE6D-3166-DEDF-43B7F7B81F2B}"/>
              </a:ext>
            </a:extLst>
          </p:cNvPr>
          <p:cNvSpPr txBox="1"/>
          <p:nvPr/>
        </p:nvSpPr>
        <p:spPr>
          <a:xfrm>
            <a:off x="10788740" y="2688695"/>
            <a:ext cx="1173625" cy="253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= 8-16 kHz upsweep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8306188-A8B5-0081-657E-539AFFB7A2A6}"/>
              </a:ext>
            </a:extLst>
          </p:cNvPr>
          <p:cNvSpPr txBox="1"/>
          <p:nvPr/>
        </p:nvSpPr>
        <p:spPr>
          <a:xfrm>
            <a:off x="10798036" y="3190858"/>
            <a:ext cx="1164329" cy="253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= 16-8 kHz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downsweep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A4BD7F92-4A8F-EC03-6189-16A4EAB5C407}"/>
              </a:ext>
            </a:extLst>
          </p:cNvPr>
          <p:cNvSpPr/>
          <p:nvPr/>
        </p:nvSpPr>
        <p:spPr>
          <a:xfrm rot="16200000" flipV="1">
            <a:off x="10503120" y="2736978"/>
            <a:ext cx="440952" cy="218415"/>
          </a:xfrm>
          <a:prstGeom prst="rightArrow">
            <a:avLst>
              <a:gd name="adj1" fmla="val 24498"/>
              <a:gd name="adj2" fmla="val 39374"/>
            </a:avLst>
          </a:prstGeom>
          <a:gradFill flip="none" rotWithShape="1">
            <a:gsLst>
              <a:gs pos="0">
                <a:schemeClr val="accent4"/>
              </a:gs>
              <a:gs pos="38000">
                <a:schemeClr val="accent1"/>
              </a:gs>
              <a:gs pos="69000">
                <a:schemeClr val="accent1">
                  <a:lumMod val="75000"/>
                </a:schemeClr>
              </a:gs>
              <a:gs pos="100000">
                <a:srgbClr val="7030A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Arrow: Right 102">
            <a:extLst>
              <a:ext uri="{FF2B5EF4-FFF2-40B4-BE49-F238E27FC236}">
                <a16:creationId xmlns:a16="http://schemas.microsoft.com/office/drawing/2014/main" id="{99D6A33D-DC11-952D-56CD-B8FDF87618B7}"/>
              </a:ext>
            </a:extLst>
          </p:cNvPr>
          <p:cNvSpPr/>
          <p:nvPr/>
        </p:nvSpPr>
        <p:spPr>
          <a:xfrm rot="5400000" flipV="1">
            <a:off x="10503120" y="3334825"/>
            <a:ext cx="440952" cy="218415"/>
          </a:xfrm>
          <a:prstGeom prst="rightArrow">
            <a:avLst>
              <a:gd name="adj1" fmla="val 24498"/>
              <a:gd name="adj2" fmla="val 39374"/>
            </a:avLst>
          </a:prstGeom>
          <a:gradFill flip="none" rotWithShape="1">
            <a:gsLst>
              <a:gs pos="0">
                <a:schemeClr val="accent4"/>
              </a:gs>
              <a:gs pos="38000">
                <a:schemeClr val="accent1"/>
              </a:gs>
              <a:gs pos="69000">
                <a:schemeClr val="accent1">
                  <a:lumMod val="75000"/>
                </a:schemeClr>
              </a:gs>
              <a:gs pos="100000">
                <a:srgbClr val="7030A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4C03ED1-9609-4ADE-A3CD-505089689FC9}"/>
              </a:ext>
            </a:extLst>
          </p:cNvPr>
          <p:cNvGrpSpPr/>
          <p:nvPr/>
        </p:nvGrpSpPr>
        <p:grpSpPr>
          <a:xfrm>
            <a:off x="8028670" y="4284986"/>
            <a:ext cx="2526879" cy="1455372"/>
            <a:chOff x="8028670" y="4284986"/>
            <a:chExt cx="2526879" cy="1455372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B1401131-0536-2F05-0D0E-1A5F9713A68D}"/>
                </a:ext>
              </a:extLst>
            </p:cNvPr>
            <p:cNvGrpSpPr/>
            <p:nvPr/>
          </p:nvGrpSpPr>
          <p:grpSpPr>
            <a:xfrm>
              <a:off x="8313219" y="4670316"/>
              <a:ext cx="1580228" cy="1069289"/>
              <a:chOff x="6802515" y="3127126"/>
              <a:chExt cx="2843559" cy="1924144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045EBA18-5451-A80B-4451-929EDD08A6EB}"/>
                  </a:ext>
                </a:extLst>
              </p:cNvPr>
              <p:cNvGrpSpPr/>
              <p:nvPr/>
            </p:nvGrpSpPr>
            <p:grpSpPr>
              <a:xfrm>
                <a:off x="6802515" y="4213881"/>
                <a:ext cx="2843559" cy="837389"/>
                <a:chOff x="786159" y="2427668"/>
                <a:chExt cx="2843559" cy="837389"/>
              </a:xfrm>
            </p:grpSpPr>
            <p:grpSp>
              <p:nvGrpSpPr>
                <p:cNvPr id="121" name="Group 120">
                  <a:extLst>
                    <a:ext uri="{FF2B5EF4-FFF2-40B4-BE49-F238E27FC236}">
                      <a16:creationId xmlns:a16="http://schemas.microsoft.com/office/drawing/2014/main" id="{5DE616CA-FEA4-FCAB-BD9D-038CDB8814DE}"/>
                    </a:ext>
                  </a:extLst>
                </p:cNvPr>
                <p:cNvGrpSpPr/>
                <p:nvPr/>
              </p:nvGrpSpPr>
              <p:grpSpPr>
                <a:xfrm>
                  <a:off x="786159" y="2427668"/>
                  <a:ext cx="2843559" cy="837389"/>
                  <a:chOff x="460286" y="1425518"/>
                  <a:chExt cx="2843559" cy="837389"/>
                </a:xfrm>
              </p:grpSpPr>
              <p:grpSp>
                <p:nvGrpSpPr>
                  <p:cNvPr id="123" name="Group 122">
                    <a:extLst>
                      <a:ext uri="{FF2B5EF4-FFF2-40B4-BE49-F238E27FC236}">
                        <a16:creationId xmlns:a16="http://schemas.microsoft.com/office/drawing/2014/main" id="{D2122E1D-4845-FD05-C731-BB2BF59D3B4F}"/>
                      </a:ext>
                    </a:extLst>
                  </p:cNvPr>
                  <p:cNvGrpSpPr/>
                  <p:nvPr/>
                </p:nvGrpSpPr>
                <p:grpSpPr>
                  <a:xfrm>
                    <a:off x="460286" y="1425518"/>
                    <a:ext cx="2843559" cy="775533"/>
                    <a:chOff x="212145" y="230658"/>
                    <a:chExt cx="3882205" cy="1058806"/>
                  </a:xfrm>
                </p:grpSpPr>
                <p:pic>
                  <p:nvPicPr>
                    <p:cNvPr id="125" name="Picture 124">
                      <a:extLst>
                        <a:ext uri="{FF2B5EF4-FFF2-40B4-BE49-F238E27FC236}">
                          <a16:creationId xmlns:a16="http://schemas.microsoft.com/office/drawing/2014/main" id="{5A720CDA-F355-90D4-10F0-FA70050FE12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3"/>
                    <a:srcRect l="20755" r="20449" b="67310"/>
                    <a:stretch/>
                  </p:blipFill>
                  <p:spPr>
                    <a:xfrm>
                      <a:off x="1581521" y="230658"/>
                      <a:ext cx="1143454" cy="988504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126" name="Group 125">
                      <a:extLst>
                        <a:ext uri="{FF2B5EF4-FFF2-40B4-BE49-F238E27FC236}">
                          <a16:creationId xmlns:a16="http://schemas.microsoft.com/office/drawing/2014/main" id="{63A66F33-986C-2FD6-597C-2CF6FE316A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145" y="375064"/>
                      <a:ext cx="3882205" cy="914400"/>
                      <a:chOff x="212145" y="375064"/>
                      <a:chExt cx="3882205" cy="914400"/>
                    </a:xfrm>
                  </p:grpSpPr>
                  <p:pic>
                    <p:nvPicPr>
                      <p:cNvPr id="127" name="Graphic 126" descr="Volume with solid fill">
                        <a:extLst>
                          <a:ext uri="{FF2B5EF4-FFF2-40B4-BE49-F238E27FC236}">
                            <a16:creationId xmlns:a16="http://schemas.microsoft.com/office/drawing/2014/main" id="{B828CCD6-2BBD-34D7-E03E-3341A32DA0F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19"/>
                          </a:ext>
                        </a:extLst>
                      </a:blip>
                      <a:srcRect l="1" r="-3113"/>
                      <a:stretch/>
                    </p:blipFill>
                    <p:spPr>
                      <a:xfrm>
                        <a:off x="212145" y="375064"/>
                        <a:ext cx="942864" cy="91440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8" name="Graphic 127" descr="Volume with solid fill">
                        <a:extLst>
                          <a:ext uri="{FF2B5EF4-FFF2-40B4-BE49-F238E27FC236}">
                            <a16:creationId xmlns:a16="http://schemas.microsoft.com/office/drawing/2014/main" id="{C492AC7C-BF2F-7336-DF1E-432580B04F6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19"/>
                          </a:ext>
                        </a:extLst>
                      </a:blip>
                      <a:srcRect r="8537"/>
                      <a:stretch/>
                    </p:blipFill>
                    <p:spPr>
                      <a:xfrm flipH="1">
                        <a:off x="3258008" y="375064"/>
                        <a:ext cx="836342" cy="914400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24" name="Picture 123" descr="Icon&#10;&#10;Description automatically generated">
                    <a:extLst>
                      <a:ext uri="{FF2B5EF4-FFF2-40B4-BE49-F238E27FC236}">
                        <a16:creationId xmlns:a16="http://schemas.microsoft.com/office/drawing/2014/main" id="{425C8F36-09C4-D5B1-84C7-D046BD05BB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6132" t="39482" r="37732" b="26084"/>
                  <a:stretch/>
                </p:blipFill>
                <p:spPr>
                  <a:xfrm>
                    <a:off x="2463377" y="1469430"/>
                    <a:ext cx="212105" cy="79347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22" name="Picture 121" descr="Icon&#10;&#10;Description automatically generated">
                  <a:extLst>
                    <a:ext uri="{FF2B5EF4-FFF2-40B4-BE49-F238E27FC236}">
                      <a16:creationId xmlns:a16="http://schemas.microsoft.com/office/drawing/2014/main" id="{82C02CC3-6805-3CE7-8D3F-899CC15283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6132" t="39482" r="37732" b="26084"/>
                <a:stretch/>
              </p:blipFill>
              <p:spPr>
                <a:xfrm>
                  <a:off x="1426147" y="2456622"/>
                  <a:ext cx="212105" cy="793477"/>
                </a:xfrm>
                <a:prstGeom prst="rect">
                  <a:avLst/>
                </a:prstGeom>
              </p:spPr>
            </p:pic>
          </p:grp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1787B964-99DD-10C3-1313-9CE44A1C8600}"/>
                  </a:ext>
                </a:extLst>
              </p:cNvPr>
              <p:cNvGrpSpPr/>
              <p:nvPr/>
            </p:nvGrpSpPr>
            <p:grpSpPr>
              <a:xfrm>
                <a:off x="6802515" y="3127126"/>
                <a:ext cx="2843559" cy="837504"/>
                <a:chOff x="786159" y="3612296"/>
                <a:chExt cx="2843559" cy="837504"/>
              </a:xfrm>
            </p:grpSpPr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BF71DA81-C405-9230-E817-A8A53EF2F50B}"/>
                    </a:ext>
                  </a:extLst>
                </p:cNvPr>
                <p:cNvGrpSpPr/>
                <p:nvPr/>
              </p:nvGrpSpPr>
              <p:grpSpPr>
                <a:xfrm>
                  <a:off x="786159" y="3612296"/>
                  <a:ext cx="2843559" cy="837389"/>
                  <a:chOff x="2440007" y="3669652"/>
                  <a:chExt cx="2843559" cy="837389"/>
                </a:xfrm>
              </p:grpSpPr>
              <p:grpSp>
                <p:nvGrpSpPr>
                  <p:cNvPr id="115" name="Group 114">
                    <a:extLst>
                      <a:ext uri="{FF2B5EF4-FFF2-40B4-BE49-F238E27FC236}">
                        <a16:creationId xmlns:a16="http://schemas.microsoft.com/office/drawing/2014/main" id="{11812DAC-A797-4326-5EB7-679DEDEF12C6}"/>
                      </a:ext>
                    </a:extLst>
                  </p:cNvPr>
                  <p:cNvGrpSpPr/>
                  <p:nvPr/>
                </p:nvGrpSpPr>
                <p:grpSpPr>
                  <a:xfrm>
                    <a:off x="2440007" y="3669652"/>
                    <a:ext cx="2843559" cy="775533"/>
                    <a:chOff x="212144" y="230658"/>
                    <a:chExt cx="3882204" cy="1058806"/>
                  </a:xfrm>
                </p:grpSpPr>
                <p:pic>
                  <p:nvPicPr>
                    <p:cNvPr id="117" name="Picture 116">
                      <a:extLst>
                        <a:ext uri="{FF2B5EF4-FFF2-40B4-BE49-F238E27FC236}">
                          <a16:creationId xmlns:a16="http://schemas.microsoft.com/office/drawing/2014/main" id="{4C9747C1-BD64-DA18-017A-9C88E1E230D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3"/>
                    <a:srcRect l="20755" r="20449" b="67310"/>
                    <a:stretch/>
                  </p:blipFill>
                  <p:spPr>
                    <a:xfrm>
                      <a:off x="1581521" y="230658"/>
                      <a:ext cx="1143454" cy="988504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118" name="Group 117">
                      <a:extLst>
                        <a:ext uri="{FF2B5EF4-FFF2-40B4-BE49-F238E27FC236}">
                          <a16:creationId xmlns:a16="http://schemas.microsoft.com/office/drawing/2014/main" id="{C38AF661-179E-E66D-4473-0B87650B77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144" y="375064"/>
                      <a:ext cx="3882204" cy="914400"/>
                      <a:chOff x="212144" y="375064"/>
                      <a:chExt cx="3882204" cy="914400"/>
                    </a:xfrm>
                  </p:grpSpPr>
                  <p:pic>
                    <p:nvPicPr>
                      <p:cNvPr id="119" name="Graphic 118" descr="Volume with solid fill">
                        <a:extLst>
                          <a:ext uri="{FF2B5EF4-FFF2-40B4-BE49-F238E27FC236}">
                            <a16:creationId xmlns:a16="http://schemas.microsoft.com/office/drawing/2014/main" id="{12555138-1A12-DA46-E439-B3668C2492E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17"/>
                          </a:ext>
                        </a:extLst>
                      </a:blip>
                      <a:srcRect l="1" r="-5625"/>
                      <a:stretch/>
                    </p:blipFill>
                    <p:spPr>
                      <a:xfrm>
                        <a:off x="212144" y="375064"/>
                        <a:ext cx="965837" cy="91440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0" name="Graphic 119" descr="Volume with solid fill">
                        <a:extLst>
                          <a:ext uri="{FF2B5EF4-FFF2-40B4-BE49-F238E27FC236}">
                            <a16:creationId xmlns:a16="http://schemas.microsoft.com/office/drawing/2014/main" id="{8CE6BA36-B32D-8B23-7214-E06CEDAEA84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17"/>
                          </a:ext>
                        </a:extLst>
                      </a:blip>
                      <a:srcRect l="1" r="6180"/>
                      <a:stretch/>
                    </p:blipFill>
                    <p:spPr>
                      <a:xfrm flipH="1">
                        <a:off x="3236468" y="375064"/>
                        <a:ext cx="857880" cy="914400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16" name="Picture 115" descr="Logo&#10;&#10;Description automatically generated with medium confidence">
                    <a:extLst>
                      <a:ext uri="{FF2B5EF4-FFF2-40B4-BE49-F238E27FC236}">
                        <a16:creationId xmlns:a16="http://schemas.microsoft.com/office/drawing/2014/main" id="{A64BA0A6-D4E7-05E6-B91E-A8125B636C2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5975" t="35211" r="37889" b="30349"/>
                  <a:stretch/>
                </p:blipFill>
                <p:spPr>
                  <a:xfrm>
                    <a:off x="3119147" y="3713564"/>
                    <a:ext cx="212064" cy="79347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14" name="Picture 113" descr="Logo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E5E0D1B0-1377-A60B-80F5-49F1E4DEF2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975" t="35211" r="37889" b="30349"/>
                <a:stretch/>
              </p:blipFill>
              <p:spPr>
                <a:xfrm>
                  <a:off x="2771477" y="3656323"/>
                  <a:ext cx="212064" cy="793477"/>
                </a:xfrm>
                <a:prstGeom prst="rect">
                  <a:avLst/>
                </a:prstGeom>
              </p:spPr>
            </p:pic>
          </p:grp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EAF4EAD-AF6B-5008-A032-F264A7FC71F1}"/>
                </a:ext>
              </a:extLst>
            </p:cNvPr>
            <p:cNvSpPr txBox="1"/>
            <p:nvPr/>
          </p:nvSpPr>
          <p:spPr>
            <a:xfrm>
              <a:off x="8028670" y="4284986"/>
              <a:ext cx="25268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Frequency direction</a:t>
              </a:r>
            </a:p>
          </p:txBody>
        </p:sp>
        <p:sp>
          <p:nvSpPr>
            <p:cNvPr id="107" name="Arrow: Right 106">
              <a:extLst>
                <a:ext uri="{FF2B5EF4-FFF2-40B4-BE49-F238E27FC236}">
                  <a16:creationId xmlns:a16="http://schemas.microsoft.com/office/drawing/2014/main" id="{8F7F47E2-C9BF-1A8B-174B-0F866F7171B3}"/>
                </a:ext>
              </a:extLst>
            </p:cNvPr>
            <p:cNvSpPr/>
            <p:nvPr/>
          </p:nvSpPr>
          <p:spPr>
            <a:xfrm rot="16200000" flipV="1">
              <a:off x="9254951" y="4801961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Arrow: Right 107">
              <a:extLst>
                <a:ext uri="{FF2B5EF4-FFF2-40B4-BE49-F238E27FC236}">
                  <a16:creationId xmlns:a16="http://schemas.microsoft.com/office/drawing/2014/main" id="{DED7EE34-958E-E857-876E-839EC338625A}"/>
                </a:ext>
              </a:extLst>
            </p:cNvPr>
            <p:cNvSpPr/>
            <p:nvPr/>
          </p:nvSpPr>
          <p:spPr>
            <a:xfrm rot="16200000" flipV="1">
              <a:off x="8529187" y="4801961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Arrow: Right 108">
              <a:extLst>
                <a:ext uri="{FF2B5EF4-FFF2-40B4-BE49-F238E27FC236}">
                  <a16:creationId xmlns:a16="http://schemas.microsoft.com/office/drawing/2014/main" id="{42A3186F-8339-8ECE-F77E-0625CE7CE7C2}"/>
                </a:ext>
              </a:extLst>
            </p:cNvPr>
            <p:cNvSpPr/>
            <p:nvPr/>
          </p:nvSpPr>
          <p:spPr>
            <a:xfrm rot="5400000" flipV="1">
              <a:off x="9254951" y="5407000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Arrow: Right 109">
              <a:extLst>
                <a:ext uri="{FF2B5EF4-FFF2-40B4-BE49-F238E27FC236}">
                  <a16:creationId xmlns:a16="http://schemas.microsoft.com/office/drawing/2014/main" id="{486CD03C-CCE0-8039-FD36-B330D63D8ACC}"/>
                </a:ext>
              </a:extLst>
            </p:cNvPr>
            <p:cNvSpPr/>
            <p:nvPr/>
          </p:nvSpPr>
          <p:spPr>
            <a:xfrm rot="5400000" flipV="1">
              <a:off x="8502071" y="5410674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8586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>
            <a:extLst>
              <a:ext uri="{FF2B5EF4-FFF2-40B4-BE49-F238E27FC236}">
                <a16:creationId xmlns:a16="http://schemas.microsoft.com/office/drawing/2014/main" id="{7897359F-9A35-CA04-9361-C5946AFF5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019"/>
            <a:ext cx="10515600" cy="1142257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Learning paradigms from the framework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F10680A-0EEF-32E1-5FC9-3722E900CE86}"/>
              </a:ext>
            </a:extLst>
          </p:cNvPr>
          <p:cNvGrpSpPr/>
          <p:nvPr/>
        </p:nvGrpSpPr>
        <p:grpSpPr>
          <a:xfrm>
            <a:off x="6384478" y="1951869"/>
            <a:ext cx="5530205" cy="1030429"/>
            <a:chOff x="6384478" y="1951869"/>
            <a:chExt cx="5530205" cy="1030429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65A9B2B-0AF1-6A3E-53F5-F008BC88796A}"/>
                </a:ext>
              </a:extLst>
            </p:cNvPr>
            <p:cNvSpPr txBox="1"/>
            <p:nvPr/>
          </p:nvSpPr>
          <p:spPr>
            <a:xfrm>
              <a:off x="6384478" y="2530693"/>
              <a:ext cx="13316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Localization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BCF9EF1-5A4B-7CE2-3462-B4CF87F56FCF}"/>
                </a:ext>
              </a:extLst>
            </p:cNvPr>
            <p:cNvSpPr txBox="1"/>
            <p:nvPr/>
          </p:nvSpPr>
          <p:spPr>
            <a:xfrm>
              <a:off x="8616172" y="2397523"/>
              <a:ext cx="11927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Frequency direction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80128A4-52C1-008C-4482-67BF47F113CA}"/>
                </a:ext>
              </a:extLst>
            </p:cNvPr>
            <p:cNvSpPr txBox="1"/>
            <p:nvPr/>
          </p:nvSpPr>
          <p:spPr>
            <a:xfrm>
              <a:off x="10721948" y="2580395"/>
              <a:ext cx="11927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Combined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344F1EAE-C42C-E8D0-A318-E90501AE0F86}"/>
                </a:ext>
              </a:extLst>
            </p:cNvPr>
            <p:cNvCxnSpPr>
              <a:cxnSpLocks/>
            </p:cNvCxnSpPr>
            <p:nvPr/>
          </p:nvCxnSpPr>
          <p:spPr>
            <a:xfrm>
              <a:off x="7871881" y="2716173"/>
              <a:ext cx="48200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2AF11C91-1993-EB84-3AA8-A6C2DE9A0631}"/>
                </a:ext>
              </a:extLst>
            </p:cNvPr>
            <p:cNvCxnSpPr>
              <a:cxnSpLocks/>
            </p:cNvCxnSpPr>
            <p:nvPr/>
          </p:nvCxnSpPr>
          <p:spPr>
            <a:xfrm>
              <a:off x="9937024" y="2738427"/>
              <a:ext cx="52974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7EDA696-93C0-1F0B-4377-034D01A2287B}"/>
                </a:ext>
              </a:extLst>
            </p:cNvPr>
            <p:cNvSpPr txBox="1"/>
            <p:nvPr/>
          </p:nvSpPr>
          <p:spPr>
            <a:xfrm>
              <a:off x="6498454" y="1951869"/>
              <a:ext cx="2117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Skill combination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792EF9D-ED33-565F-733B-CBA9A8803C0E}"/>
              </a:ext>
            </a:extLst>
          </p:cNvPr>
          <p:cNvGrpSpPr/>
          <p:nvPr/>
        </p:nvGrpSpPr>
        <p:grpSpPr>
          <a:xfrm>
            <a:off x="6396290" y="3901239"/>
            <a:ext cx="4997599" cy="850468"/>
            <a:chOff x="6396290" y="3901239"/>
            <a:chExt cx="4997599" cy="850468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13B87E9-F092-CF34-FD2F-FED3D30CE761}"/>
                </a:ext>
              </a:extLst>
            </p:cNvPr>
            <p:cNvSpPr txBox="1"/>
            <p:nvPr/>
          </p:nvSpPr>
          <p:spPr>
            <a:xfrm>
              <a:off x="6396290" y="4273840"/>
              <a:ext cx="13316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Combined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53CF7B5-D91D-669A-2C73-9CD9CE35CFA6}"/>
                </a:ext>
              </a:extLst>
            </p:cNvPr>
            <p:cNvSpPr txBox="1"/>
            <p:nvPr/>
          </p:nvSpPr>
          <p:spPr>
            <a:xfrm>
              <a:off x="8568125" y="4290043"/>
              <a:ext cx="12641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Localization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921207B-AF12-D223-56EB-6F1217C5EF78}"/>
                </a:ext>
              </a:extLst>
            </p:cNvPr>
            <p:cNvSpPr txBox="1"/>
            <p:nvPr/>
          </p:nvSpPr>
          <p:spPr>
            <a:xfrm>
              <a:off x="10201154" y="4166932"/>
              <a:ext cx="11927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Frequency direction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1833D2E5-2D38-1867-E8F1-B3F9511FA103}"/>
                </a:ext>
              </a:extLst>
            </p:cNvPr>
            <p:cNvCxnSpPr>
              <a:cxnSpLocks/>
            </p:cNvCxnSpPr>
            <p:nvPr/>
          </p:nvCxnSpPr>
          <p:spPr>
            <a:xfrm>
              <a:off x="7883693" y="4459320"/>
              <a:ext cx="48200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208DFC8-AE17-BE9B-6838-BC45BA992827}"/>
                </a:ext>
              </a:extLst>
            </p:cNvPr>
            <p:cNvSpPr txBox="1"/>
            <p:nvPr/>
          </p:nvSpPr>
          <p:spPr>
            <a:xfrm>
              <a:off x="9758233" y="4288900"/>
              <a:ext cx="4525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1C84581-051B-5D2A-F0E3-8EF80A023E9E}"/>
                </a:ext>
              </a:extLst>
            </p:cNvPr>
            <p:cNvSpPr txBox="1"/>
            <p:nvPr/>
          </p:nvSpPr>
          <p:spPr>
            <a:xfrm>
              <a:off x="6564853" y="3901239"/>
              <a:ext cx="2453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Task decomposition</a:t>
              </a: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F9422369-5EFC-B8D9-4848-B7D0BAA41BA1}"/>
              </a:ext>
            </a:extLst>
          </p:cNvPr>
          <p:cNvGrpSpPr/>
          <p:nvPr/>
        </p:nvGrpSpPr>
        <p:grpSpPr>
          <a:xfrm>
            <a:off x="711075" y="1827017"/>
            <a:ext cx="4928229" cy="3536823"/>
            <a:chOff x="5627320" y="2203535"/>
            <a:chExt cx="4928229" cy="3536823"/>
          </a:xfrm>
        </p:grpSpPr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A007B692-9D99-6EB4-F4FC-ED0CE5D5B776}"/>
                </a:ext>
              </a:extLst>
            </p:cNvPr>
            <p:cNvGrpSpPr/>
            <p:nvPr/>
          </p:nvGrpSpPr>
          <p:grpSpPr>
            <a:xfrm>
              <a:off x="5658935" y="4650626"/>
              <a:ext cx="1609196" cy="1026404"/>
              <a:chOff x="5738831" y="3447942"/>
              <a:chExt cx="2861331" cy="1825061"/>
            </a:xfrm>
          </p:grpSpPr>
          <p:grpSp>
            <p:nvGrpSpPr>
              <p:cNvPr id="288" name="Group 287">
                <a:extLst>
                  <a:ext uri="{FF2B5EF4-FFF2-40B4-BE49-F238E27FC236}">
                    <a16:creationId xmlns:a16="http://schemas.microsoft.com/office/drawing/2014/main" id="{A5454F48-A6E4-FACE-9D13-B2C693665E6D}"/>
                  </a:ext>
                </a:extLst>
              </p:cNvPr>
              <p:cNvGrpSpPr/>
              <p:nvPr/>
            </p:nvGrpSpPr>
            <p:grpSpPr>
              <a:xfrm>
                <a:off x="5756604" y="3447942"/>
                <a:ext cx="2843558" cy="775533"/>
                <a:chOff x="6576965" y="1910404"/>
                <a:chExt cx="2843558" cy="775533"/>
              </a:xfrm>
            </p:grpSpPr>
            <p:pic>
              <p:nvPicPr>
                <p:cNvPr id="296" name="Graphic 295" descr="Music note with solid fill">
                  <a:extLst>
                    <a:ext uri="{FF2B5EF4-FFF2-40B4-BE49-F238E27FC236}">
                      <a16:creationId xmlns:a16="http://schemas.microsoft.com/office/drawing/2014/main" id="{BC2BFC68-D508-4808-6D84-3E49968094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2907" y="2068833"/>
                  <a:ext cx="544052" cy="544052"/>
                </a:xfrm>
                <a:prstGeom prst="rect">
                  <a:avLst/>
                </a:prstGeom>
              </p:spPr>
            </p:pic>
            <p:grpSp>
              <p:nvGrpSpPr>
                <p:cNvPr id="297" name="Group 296">
                  <a:extLst>
                    <a:ext uri="{FF2B5EF4-FFF2-40B4-BE49-F238E27FC236}">
                      <a16:creationId xmlns:a16="http://schemas.microsoft.com/office/drawing/2014/main" id="{37D483ED-BAD1-BBB0-715B-A076C8CC4A18}"/>
                    </a:ext>
                  </a:extLst>
                </p:cNvPr>
                <p:cNvGrpSpPr/>
                <p:nvPr/>
              </p:nvGrpSpPr>
              <p:grpSpPr>
                <a:xfrm>
                  <a:off x="6576965" y="1910404"/>
                  <a:ext cx="2843558" cy="775533"/>
                  <a:chOff x="212145" y="230658"/>
                  <a:chExt cx="3882203" cy="1058806"/>
                </a:xfrm>
              </p:grpSpPr>
              <p:pic>
                <p:nvPicPr>
                  <p:cNvPr id="298" name="Picture 297">
                    <a:extLst>
                      <a:ext uri="{FF2B5EF4-FFF2-40B4-BE49-F238E27FC236}">
                        <a16:creationId xmlns:a16="http://schemas.microsoft.com/office/drawing/2014/main" id="{0061114B-B68E-6853-F31C-A12ABA0B97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5"/>
                  <a:srcRect l="20755" r="20449" b="67310"/>
                  <a:stretch/>
                </p:blipFill>
                <p:spPr>
                  <a:xfrm>
                    <a:off x="1581521" y="230658"/>
                    <a:ext cx="1143454" cy="988504"/>
                  </a:xfrm>
                  <a:prstGeom prst="rect">
                    <a:avLst/>
                  </a:prstGeom>
                </p:spPr>
              </p:pic>
              <p:grpSp>
                <p:nvGrpSpPr>
                  <p:cNvPr id="299" name="Group 298">
                    <a:extLst>
                      <a:ext uri="{FF2B5EF4-FFF2-40B4-BE49-F238E27FC236}">
                        <a16:creationId xmlns:a16="http://schemas.microsoft.com/office/drawing/2014/main" id="{FA3BE69E-BA72-D83B-4332-DE970E5425EF}"/>
                      </a:ext>
                    </a:extLst>
                  </p:cNvPr>
                  <p:cNvGrpSpPr/>
                  <p:nvPr/>
                </p:nvGrpSpPr>
                <p:grpSpPr>
                  <a:xfrm>
                    <a:off x="212145" y="375064"/>
                    <a:ext cx="3882203" cy="914400"/>
                    <a:chOff x="212145" y="375064"/>
                    <a:chExt cx="3882203" cy="914400"/>
                  </a:xfrm>
                </p:grpSpPr>
                <p:pic>
                  <p:nvPicPr>
                    <p:cNvPr id="300" name="Graphic 299" descr="Volume with solid fill">
                      <a:extLst>
                        <a:ext uri="{FF2B5EF4-FFF2-40B4-BE49-F238E27FC236}">
                          <a16:creationId xmlns:a16="http://schemas.microsoft.com/office/drawing/2014/main" id="{88FF0C28-A580-95F4-3866-CD52938D822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6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rcRect l="1" r="46722"/>
                    <a:stretch/>
                  </p:blipFill>
                  <p:spPr>
                    <a:xfrm>
                      <a:off x="212145" y="375064"/>
                      <a:ext cx="487175" cy="914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01" name="Graphic 300" descr="Volume with solid fill">
                      <a:extLst>
                        <a:ext uri="{FF2B5EF4-FFF2-40B4-BE49-F238E27FC236}">
                          <a16:creationId xmlns:a16="http://schemas.microsoft.com/office/drawing/2014/main" id="{4DF745C2-D5DF-F7A3-D362-3B6BFBEDF34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8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rcRect l="1" r="6180"/>
                    <a:stretch/>
                  </p:blipFill>
                  <p:spPr>
                    <a:xfrm flipH="1">
                      <a:off x="3236468" y="375064"/>
                      <a:ext cx="857880" cy="914400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289" name="Group 288">
                <a:extLst>
                  <a:ext uri="{FF2B5EF4-FFF2-40B4-BE49-F238E27FC236}">
                    <a16:creationId xmlns:a16="http://schemas.microsoft.com/office/drawing/2014/main" id="{CD16BC7B-CD60-E156-5BCB-7B9734AFA292}"/>
                  </a:ext>
                </a:extLst>
              </p:cNvPr>
              <p:cNvGrpSpPr/>
              <p:nvPr/>
            </p:nvGrpSpPr>
            <p:grpSpPr>
              <a:xfrm>
                <a:off x="5738831" y="4497470"/>
                <a:ext cx="2843557" cy="775533"/>
                <a:chOff x="6576965" y="1910404"/>
                <a:chExt cx="2843557" cy="775533"/>
              </a:xfrm>
            </p:grpSpPr>
            <p:pic>
              <p:nvPicPr>
                <p:cNvPr id="290" name="Graphic 289" descr="Music note with solid fill">
                  <a:extLst>
                    <a:ext uri="{FF2B5EF4-FFF2-40B4-BE49-F238E27FC236}">
                      <a16:creationId xmlns:a16="http://schemas.microsoft.com/office/drawing/2014/main" id="{76401778-3A1C-B8AB-5D6C-B119CEC240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84524" y="2068833"/>
                  <a:ext cx="544052" cy="544052"/>
                </a:xfrm>
                <a:prstGeom prst="rect">
                  <a:avLst/>
                </a:prstGeom>
              </p:spPr>
            </p:pic>
            <p:grpSp>
              <p:nvGrpSpPr>
                <p:cNvPr id="291" name="Group 290">
                  <a:extLst>
                    <a:ext uri="{FF2B5EF4-FFF2-40B4-BE49-F238E27FC236}">
                      <a16:creationId xmlns:a16="http://schemas.microsoft.com/office/drawing/2014/main" id="{7BED6117-066C-4EF2-5216-60CBE2A85E7F}"/>
                    </a:ext>
                  </a:extLst>
                </p:cNvPr>
                <p:cNvGrpSpPr/>
                <p:nvPr/>
              </p:nvGrpSpPr>
              <p:grpSpPr>
                <a:xfrm>
                  <a:off x="6576965" y="1910404"/>
                  <a:ext cx="2843557" cy="775533"/>
                  <a:chOff x="212145" y="230658"/>
                  <a:chExt cx="3882202" cy="1058806"/>
                </a:xfrm>
              </p:grpSpPr>
              <p:pic>
                <p:nvPicPr>
                  <p:cNvPr id="292" name="Picture 291">
                    <a:extLst>
                      <a:ext uri="{FF2B5EF4-FFF2-40B4-BE49-F238E27FC236}">
                        <a16:creationId xmlns:a16="http://schemas.microsoft.com/office/drawing/2014/main" id="{FCA9B473-582A-DE60-A4E4-9C01D3A80D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5"/>
                  <a:srcRect l="20755" r="20449" b="67310"/>
                  <a:stretch/>
                </p:blipFill>
                <p:spPr>
                  <a:xfrm>
                    <a:off x="1581521" y="230658"/>
                    <a:ext cx="1143454" cy="988504"/>
                  </a:xfrm>
                  <a:prstGeom prst="rect">
                    <a:avLst/>
                  </a:prstGeom>
                </p:spPr>
              </p:pic>
              <p:grpSp>
                <p:nvGrpSpPr>
                  <p:cNvPr id="293" name="Group 292">
                    <a:extLst>
                      <a:ext uri="{FF2B5EF4-FFF2-40B4-BE49-F238E27FC236}">
                        <a16:creationId xmlns:a16="http://schemas.microsoft.com/office/drawing/2014/main" id="{79B62419-6D8C-4347-5C1D-FC389A767AE1}"/>
                      </a:ext>
                    </a:extLst>
                  </p:cNvPr>
                  <p:cNvGrpSpPr/>
                  <p:nvPr/>
                </p:nvGrpSpPr>
                <p:grpSpPr>
                  <a:xfrm>
                    <a:off x="212145" y="375064"/>
                    <a:ext cx="3882202" cy="914400"/>
                    <a:chOff x="212145" y="375064"/>
                    <a:chExt cx="3882202" cy="914400"/>
                  </a:xfrm>
                </p:grpSpPr>
                <p:pic>
                  <p:nvPicPr>
                    <p:cNvPr id="294" name="Graphic 293" descr="Volume with solid fill">
                      <a:extLst>
                        <a:ext uri="{FF2B5EF4-FFF2-40B4-BE49-F238E27FC236}">
                          <a16:creationId xmlns:a16="http://schemas.microsoft.com/office/drawing/2014/main" id="{B9D6F9CF-3568-1972-9306-34888A2F5E9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0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1"/>
                        </a:ext>
                      </a:extLst>
                    </a:blip>
                    <a:srcRect l="1" r="1685"/>
                    <a:stretch/>
                  </p:blipFill>
                  <p:spPr>
                    <a:xfrm>
                      <a:off x="212145" y="375064"/>
                      <a:ext cx="898995" cy="914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95" name="Graphic 294" descr="Volume with solid fill">
                      <a:extLst>
                        <a:ext uri="{FF2B5EF4-FFF2-40B4-BE49-F238E27FC236}">
                          <a16:creationId xmlns:a16="http://schemas.microsoft.com/office/drawing/2014/main" id="{872B0C9A-C3D5-F139-78D6-AE456BB0CFA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6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rcRect l="1" r="46785"/>
                    <a:stretch/>
                  </p:blipFill>
                  <p:spPr>
                    <a:xfrm flipH="1">
                      <a:off x="3607762" y="375064"/>
                      <a:ext cx="486585" cy="914400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24B4DB04-B28A-4558-7443-21AE78FB5D26}"/>
                </a:ext>
              </a:extLst>
            </p:cNvPr>
            <p:cNvSpPr txBox="1"/>
            <p:nvPr/>
          </p:nvSpPr>
          <p:spPr>
            <a:xfrm>
              <a:off x="5627320" y="4269170"/>
              <a:ext cx="1662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Localization</a:t>
              </a:r>
            </a:p>
          </p:txBody>
        </p: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FADB627A-12DC-86DE-9160-A45C502103A7}"/>
                </a:ext>
              </a:extLst>
            </p:cNvPr>
            <p:cNvGrpSpPr/>
            <p:nvPr/>
          </p:nvGrpSpPr>
          <p:grpSpPr>
            <a:xfrm>
              <a:off x="6096000" y="2203535"/>
              <a:ext cx="3608996" cy="1359914"/>
              <a:chOff x="6605884" y="2137772"/>
              <a:chExt cx="3608996" cy="1359914"/>
            </a:xfrm>
          </p:grpSpPr>
          <p:grpSp>
            <p:nvGrpSpPr>
              <p:cNvPr id="259" name="Group 258">
                <a:extLst>
                  <a:ext uri="{FF2B5EF4-FFF2-40B4-BE49-F238E27FC236}">
                    <a16:creationId xmlns:a16="http://schemas.microsoft.com/office/drawing/2014/main" id="{81808027-ED32-7076-5EFB-1948AFBA6AEF}"/>
                  </a:ext>
                </a:extLst>
              </p:cNvPr>
              <p:cNvGrpSpPr/>
              <p:nvPr/>
            </p:nvGrpSpPr>
            <p:grpSpPr>
              <a:xfrm>
                <a:off x="6605884" y="2499093"/>
                <a:ext cx="3608996" cy="998593"/>
                <a:chOff x="5938493" y="1965867"/>
                <a:chExt cx="3608996" cy="998593"/>
              </a:xfrm>
            </p:grpSpPr>
            <p:grpSp>
              <p:nvGrpSpPr>
                <p:cNvPr id="261" name="Group 260">
                  <a:extLst>
                    <a:ext uri="{FF2B5EF4-FFF2-40B4-BE49-F238E27FC236}">
                      <a16:creationId xmlns:a16="http://schemas.microsoft.com/office/drawing/2014/main" id="{D2DA9AB6-A357-334B-4D3E-1353181BB97C}"/>
                    </a:ext>
                  </a:extLst>
                </p:cNvPr>
                <p:cNvGrpSpPr/>
                <p:nvPr/>
              </p:nvGrpSpPr>
              <p:grpSpPr>
                <a:xfrm>
                  <a:off x="5938493" y="1965867"/>
                  <a:ext cx="1504076" cy="493776"/>
                  <a:chOff x="501512" y="255149"/>
                  <a:chExt cx="3882205" cy="1274497"/>
                </a:xfrm>
              </p:grpSpPr>
              <p:grpSp>
                <p:nvGrpSpPr>
                  <p:cNvPr id="283" name="Group 282">
                    <a:extLst>
                      <a:ext uri="{FF2B5EF4-FFF2-40B4-BE49-F238E27FC236}">
                        <a16:creationId xmlns:a16="http://schemas.microsoft.com/office/drawing/2014/main" id="{92C5FDF3-6F2B-1D22-76AB-7FEBD5E4AD66}"/>
                      </a:ext>
                    </a:extLst>
                  </p:cNvPr>
                  <p:cNvGrpSpPr/>
                  <p:nvPr/>
                </p:nvGrpSpPr>
                <p:grpSpPr>
                  <a:xfrm>
                    <a:off x="501512" y="519470"/>
                    <a:ext cx="3882205" cy="914400"/>
                    <a:chOff x="212145" y="375064"/>
                    <a:chExt cx="3882205" cy="914400"/>
                  </a:xfrm>
                </p:grpSpPr>
                <p:pic>
                  <p:nvPicPr>
                    <p:cNvPr id="286" name="Graphic 285" descr="Volume with solid fill">
                      <a:extLst>
                        <a:ext uri="{FF2B5EF4-FFF2-40B4-BE49-F238E27FC236}">
                          <a16:creationId xmlns:a16="http://schemas.microsoft.com/office/drawing/2014/main" id="{CD990DCA-5207-E4DD-E232-E8F8EAE81EA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6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rcRect r="46602"/>
                    <a:stretch/>
                  </p:blipFill>
                  <p:spPr>
                    <a:xfrm>
                      <a:off x="212145" y="375064"/>
                      <a:ext cx="488273" cy="914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87" name="Graphic 286" descr="Volume with solid fill">
                      <a:extLst>
                        <a:ext uri="{FF2B5EF4-FFF2-40B4-BE49-F238E27FC236}">
                          <a16:creationId xmlns:a16="http://schemas.microsoft.com/office/drawing/2014/main" id="{CBE29E8A-41FD-F949-A1C8-65ADE257CBA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8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9"/>
                        </a:ext>
                      </a:extLst>
                    </a:blip>
                    <a:srcRect r="7184"/>
                    <a:stretch/>
                  </p:blipFill>
                  <p:spPr>
                    <a:xfrm flipH="1">
                      <a:off x="3245637" y="375064"/>
                      <a:ext cx="848713" cy="914400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84" name="Picture 283" descr="Logo&#10;&#10;Description automatically generated with medium confidence">
                    <a:extLst>
                      <a:ext uri="{FF2B5EF4-FFF2-40B4-BE49-F238E27FC236}">
                        <a16:creationId xmlns:a16="http://schemas.microsoft.com/office/drawing/2014/main" id="{376B33E7-E9BA-83D6-D4F4-AD8B05103E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5975" t="35211" r="37889" b="30349"/>
                  <a:stretch/>
                </p:blipFill>
                <p:spPr>
                  <a:xfrm>
                    <a:off x="3239428" y="423694"/>
                    <a:ext cx="295576" cy="1105952"/>
                  </a:xfrm>
                  <a:prstGeom prst="rect">
                    <a:avLst/>
                  </a:prstGeom>
                </p:spPr>
              </p:pic>
              <p:pic>
                <p:nvPicPr>
                  <p:cNvPr id="285" name="Picture 284">
                    <a:extLst>
                      <a:ext uri="{FF2B5EF4-FFF2-40B4-BE49-F238E27FC236}">
                        <a16:creationId xmlns:a16="http://schemas.microsoft.com/office/drawing/2014/main" id="{7BABFFF4-B6E7-7559-8828-95E4FCCA0EB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3"/>
                  <a:srcRect l="21063" r="20141" b="63312"/>
                  <a:stretch/>
                </p:blipFill>
                <p:spPr>
                  <a:xfrm>
                    <a:off x="1870888" y="255149"/>
                    <a:ext cx="1143454" cy="1178721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62" name="Group 261">
                  <a:extLst>
                    <a:ext uri="{FF2B5EF4-FFF2-40B4-BE49-F238E27FC236}">
                      <a16:creationId xmlns:a16="http://schemas.microsoft.com/office/drawing/2014/main" id="{4216628B-1230-4D6E-D136-86CB1F156F4C}"/>
                    </a:ext>
                  </a:extLst>
                </p:cNvPr>
                <p:cNvGrpSpPr/>
                <p:nvPr/>
              </p:nvGrpSpPr>
              <p:grpSpPr>
                <a:xfrm>
                  <a:off x="8011968" y="2011267"/>
                  <a:ext cx="1535521" cy="452190"/>
                  <a:chOff x="460286" y="1425518"/>
                  <a:chExt cx="2843559" cy="837389"/>
                </a:xfrm>
              </p:grpSpPr>
              <p:grpSp>
                <p:nvGrpSpPr>
                  <p:cNvPr id="277" name="Group 276">
                    <a:extLst>
                      <a:ext uri="{FF2B5EF4-FFF2-40B4-BE49-F238E27FC236}">
                        <a16:creationId xmlns:a16="http://schemas.microsoft.com/office/drawing/2014/main" id="{1D0D4CDA-0540-7B4F-D9E9-200AE18F195C}"/>
                      </a:ext>
                    </a:extLst>
                  </p:cNvPr>
                  <p:cNvGrpSpPr/>
                  <p:nvPr/>
                </p:nvGrpSpPr>
                <p:grpSpPr>
                  <a:xfrm>
                    <a:off x="460286" y="1425518"/>
                    <a:ext cx="2843559" cy="775533"/>
                    <a:chOff x="212145" y="230658"/>
                    <a:chExt cx="3882205" cy="1058806"/>
                  </a:xfrm>
                </p:grpSpPr>
                <p:pic>
                  <p:nvPicPr>
                    <p:cNvPr id="279" name="Picture 278">
                      <a:extLst>
                        <a:ext uri="{FF2B5EF4-FFF2-40B4-BE49-F238E27FC236}">
                          <a16:creationId xmlns:a16="http://schemas.microsoft.com/office/drawing/2014/main" id="{1F505DDB-1C31-641E-EBC0-9083CAC2B27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5"/>
                    <a:srcRect l="20755" r="20449" b="67310"/>
                    <a:stretch/>
                  </p:blipFill>
                  <p:spPr>
                    <a:xfrm>
                      <a:off x="1581521" y="230658"/>
                      <a:ext cx="1143454" cy="988504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280" name="Group 279">
                      <a:extLst>
                        <a:ext uri="{FF2B5EF4-FFF2-40B4-BE49-F238E27FC236}">
                          <a16:creationId xmlns:a16="http://schemas.microsoft.com/office/drawing/2014/main" id="{EC20E181-52A1-1A8A-BB13-2857FF9157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145" y="375064"/>
                      <a:ext cx="3882205" cy="914400"/>
                      <a:chOff x="212145" y="375064"/>
                      <a:chExt cx="3882205" cy="914400"/>
                    </a:xfrm>
                  </p:grpSpPr>
                  <p:pic>
                    <p:nvPicPr>
                      <p:cNvPr id="281" name="Graphic 280" descr="Volume with solid fill">
                        <a:extLst>
                          <a:ext uri="{FF2B5EF4-FFF2-40B4-BE49-F238E27FC236}">
                            <a16:creationId xmlns:a16="http://schemas.microsoft.com/office/drawing/2014/main" id="{4D309A6A-03F7-4D3C-71D8-FFA2D66E154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rcRect l="1" r="47695"/>
                      <a:stretch/>
                    </p:blipFill>
                    <p:spPr>
                      <a:xfrm>
                        <a:off x="212145" y="375064"/>
                        <a:ext cx="478273" cy="91440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82" name="Graphic 281" descr="Volume with solid fill">
                        <a:extLst>
                          <a:ext uri="{FF2B5EF4-FFF2-40B4-BE49-F238E27FC236}">
                            <a16:creationId xmlns:a16="http://schemas.microsoft.com/office/drawing/2014/main" id="{BA8534CD-851F-436C-0310-0763876D4B8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11"/>
                          </a:ext>
                        </a:extLst>
                      </a:blip>
                      <a:srcRect r="8537"/>
                      <a:stretch/>
                    </p:blipFill>
                    <p:spPr>
                      <a:xfrm flipH="1">
                        <a:off x="3258008" y="375064"/>
                        <a:ext cx="836342" cy="914400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278" name="Picture 277" descr="Icon&#10;&#10;Description automatically generated">
                    <a:extLst>
                      <a:ext uri="{FF2B5EF4-FFF2-40B4-BE49-F238E27FC236}">
                        <a16:creationId xmlns:a16="http://schemas.microsoft.com/office/drawing/2014/main" id="{1EECD969-16AF-D486-4080-A7B9574E19A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6132" t="39482" r="37732" b="26084"/>
                  <a:stretch/>
                </p:blipFill>
                <p:spPr>
                  <a:xfrm>
                    <a:off x="2463377" y="1469430"/>
                    <a:ext cx="212105" cy="7934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63" name="Group 262">
                  <a:extLst>
                    <a:ext uri="{FF2B5EF4-FFF2-40B4-BE49-F238E27FC236}">
                      <a16:creationId xmlns:a16="http://schemas.microsoft.com/office/drawing/2014/main" id="{D2FAFD5A-05E4-3DE2-56FE-F5584C0BEA65}"/>
                    </a:ext>
                  </a:extLst>
                </p:cNvPr>
                <p:cNvGrpSpPr/>
                <p:nvPr/>
              </p:nvGrpSpPr>
              <p:grpSpPr>
                <a:xfrm>
                  <a:off x="5938493" y="2512270"/>
                  <a:ext cx="1535521" cy="452190"/>
                  <a:chOff x="2440007" y="3669652"/>
                  <a:chExt cx="2843559" cy="837389"/>
                </a:xfrm>
              </p:grpSpPr>
              <p:grpSp>
                <p:nvGrpSpPr>
                  <p:cNvPr id="271" name="Group 270">
                    <a:extLst>
                      <a:ext uri="{FF2B5EF4-FFF2-40B4-BE49-F238E27FC236}">
                        <a16:creationId xmlns:a16="http://schemas.microsoft.com/office/drawing/2014/main" id="{820751ED-8A61-0EBC-0C94-85404C80F29A}"/>
                      </a:ext>
                    </a:extLst>
                  </p:cNvPr>
                  <p:cNvGrpSpPr/>
                  <p:nvPr/>
                </p:nvGrpSpPr>
                <p:grpSpPr>
                  <a:xfrm>
                    <a:off x="2440007" y="3669652"/>
                    <a:ext cx="2843559" cy="775533"/>
                    <a:chOff x="212144" y="230658"/>
                    <a:chExt cx="3882204" cy="1058806"/>
                  </a:xfrm>
                </p:grpSpPr>
                <p:pic>
                  <p:nvPicPr>
                    <p:cNvPr id="273" name="Picture 272">
                      <a:extLst>
                        <a:ext uri="{FF2B5EF4-FFF2-40B4-BE49-F238E27FC236}">
                          <a16:creationId xmlns:a16="http://schemas.microsoft.com/office/drawing/2014/main" id="{30999780-079D-FB90-45B2-B6CE75AD2CD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5"/>
                    <a:srcRect l="20755" r="20449" b="67310"/>
                    <a:stretch/>
                  </p:blipFill>
                  <p:spPr>
                    <a:xfrm>
                      <a:off x="1581521" y="230658"/>
                      <a:ext cx="1143454" cy="988504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274" name="Group 273">
                      <a:extLst>
                        <a:ext uri="{FF2B5EF4-FFF2-40B4-BE49-F238E27FC236}">
                          <a16:creationId xmlns:a16="http://schemas.microsoft.com/office/drawing/2014/main" id="{1D0BEA83-3D7B-8B04-9C66-EEBF7441C8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144" y="375064"/>
                      <a:ext cx="3882204" cy="914400"/>
                      <a:chOff x="212144" y="375064"/>
                      <a:chExt cx="3882204" cy="914400"/>
                    </a:xfrm>
                  </p:grpSpPr>
                  <p:pic>
                    <p:nvPicPr>
                      <p:cNvPr id="275" name="Graphic 274" descr="Volume with solid fill">
                        <a:extLst>
                          <a:ext uri="{FF2B5EF4-FFF2-40B4-BE49-F238E27FC236}">
                            <a16:creationId xmlns:a16="http://schemas.microsoft.com/office/drawing/2014/main" id="{01FB9795-7BD3-A99C-52F0-B0F22FA83E9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11"/>
                          </a:ext>
                        </a:extLst>
                      </a:blip>
                      <a:srcRect l="1" r="-5625"/>
                      <a:stretch/>
                    </p:blipFill>
                    <p:spPr>
                      <a:xfrm>
                        <a:off x="212144" y="375064"/>
                        <a:ext cx="965837" cy="91440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76" name="Graphic 275" descr="Volume with solid fill">
                        <a:extLst>
                          <a:ext uri="{FF2B5EF4-FFF2-40B4-BE49-F238E27FC236}">
                            <a16:creationId xmlns:a16="http://schemas.microsoft.com/office/drawing/2014/main" id="{22388F48-0FE1-0521-044A-C2A9DC85E1A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rcRect l="1" r="45452"/>
                      <a:stretch/>
                    </p:blipFill>
                    <p:spPr>
                      <a:xfrm flipH="1">
                        <a:off x="3595566" y="375064"/>
                        <a:ext cx="498782" cy="914400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272" name="Picture 271" descr="Logo&#10;&#10;Description automatically generated with medium confidence">
                    <a:extLst>
                      <a:ext uri="{FF2B5EF4-FFF2-40B4-BE49-F238E27FC236}">
                        <a16:creationId xmlns:a16="http://schemas.microsoft.com/office/drawing/2014/main" id="{351D306D-F2EB-D54A-45E4-E9DA3BEF4A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5975" t="35211" r="37889" b="30349"/>
                  <a:stretch/>
                </p:blipFill>
                <p:spPr>
                  <a:xfrm>
                    <a:off x="3119147" y="3713564"/>
                    <a:ext cx="212064" cy="7934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64" name="Group 263">
                  <a:extLst>
                    <a:ext uri="{FF2B5EF4-FFF2-40B4-BE49-F238E27FC236}">
                      <a16:creationId xmlns:a16="http://schemas.microsoft.com/office/drawing/2014/main" id="{C9624B7C-924C-62ED-C0AC-F0C8E35BA2DD}"/>
                    </a:ext>
                  </a:extLst>
                </p:cNvPr>
                <p:cNvGrpSpPr/>
                <p:nvPr/>
              </p:nvGrpSpPr>
              <p:grpSpPr>
                <a:xfrm>
                  <a:off x="8011968" y="2506316"/>
                  <a:ext cx="1535521" cy="452190"/>
                  <a:chOff x="2450232" y="4994256"/>
                  <a:chExt cx="2843559" cy="837390"/>
                </a:xfrm>
              </p:grpSpPr>
              <p:grpSp>
                <p:nvGrpSpPr>
                  <p:cNvPr id="265" name="Group 264">
                    <a:extLst>
                      <a:ext uri="{FF2B5EF4-FFF2-40B4-BE49-F238E27FC236}">
                        <a16:creationId xmlns:a16="http://schemas.microsoft.com/office/drawing/2014/main" id="{A27B80C3-4D36-F7A6-92A0-C8D390E4754F}"/>
                      </a:ext>
                    </a:extLst>
                  </p:cNvPr>
                  <p:cNvGrpSpPr/>
                  <p:nvPr/>
                </p:nvGrpSpPr>
                <p:grpSpPr>
                  <a:xfrm>
                    <a:off x="2450232" y="4994256"/>
                    <a:ext cx="2843559" cy="775533"/>
                    <a:chOff x="212144" y="230658"/>
                    <a:chExt cx="3882204" cy="1058806"/>
                  </a:xfrm>
                </p:grpSpPr>
                <p:pic>
                  <p:nvPicPr>
                    <p:cNvPr id="267" name="Picture 266">
                      <a:extLst>
                        <a:ext uri="{FF2B5EF4-FFF2-40B4-BE49-F238E27FC236}">
                          <a16:creationId xmlns:a16="http://schemas.microsoft.com/office/drawing/2014/main" id="{A9D7BAC3-657F-010A-22FD-29E12636A10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5"/>
                    <a:srcRect l="20755" r="20449" b="67310"/>
                    <a:stretch/>
                  </p:blipFill>
                  <p:spPr>
                    <a:xfrm>
                      <a:off x="1581521" y="230658"/>
                      <a:ext cx="1143454" cy="988504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268" name="Group 267">
                      <a:extLst>
                        <a:ext uri="{FF2B5EF4-FFF2-40B4-BE49-F238E27FC236}">
                          <a16:creationId xmlns:a16="http://schemas.microsoft.com/office/drawing/2014/main" id="{00828E18-53AD-0048-331A-778A009EC8A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144" y="375064"/>
                      <a:ext cx="3882204" cy="914400"/>
                      <a:chOff x="212144" y="375064"/>
                      <a:chExt cx="3882204" cy="914400"/>
                    </a:xfrm>
                  </p:grpSpPr>
                  <p:pic>
                    <p:nvPicPr>
                      <p:cNvPr id="269" name="Graphic 268" descr="Volume with solid fill">
                        <a:extLst>
                          <a:ext uri="{FF2B5EF4-FFF2-40B4-BE49-F238E27FC236}">
                            <a16:creationId xmlns:a16="http://schemas.microsoft.com/office/drawing/2014/main" id="{9AF1D4D5-119F-FEC0-5F90-71E6423B76D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11"/>
                          </a:ext>
                        </a:extLst>
                      </a:blip>
                      <a:srcRect l="1" r="-5625"/>
                      <a:stretch/>
                    </p:blipFill>
                    <p:spPr>
                      <a:xfrm>
                        <a:off x="212144" y="375064"/>
                        <a:ext cx="965837" cy="91440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70" name="Graphic 269" descr="Volume with solid fill">
                        <a:extLst>
                          <a:ext uri="{FF2B5EF4-FFF2-40B4-BE49-F238E27FC236}">
                            <a16:creationId xmlns:a16="http://schemas.microsoft.com/office/drawing/2014/main" id="{CCCCAEB4-0105-E73D-E048-FF67A491E2A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rcRect l="1" r="45452"/>
                      <a:stretch/>
                    </p:blipFill>
                    <p:spPr>
                      <a:xfrm flipH="1">
                        <a:off x="3595566" y="375064"/>
                        <a:ext cx="498782" cy="914400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266" name="Picture 265" descr="Icon&#10;&#10;Description automatically generated">
                    <a:extLst>
                      <a:ext uri="{FF2B5EF4-FFF2-40B4-BE49-F238E27FC236}">
                        <a16:creationId xmlns:a16="http://schemas.microsoft.com/office/drawing/2014/main" id="{A2CC5224-29CD-C0EF-90D2-03B55EA1E4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6132" t="39482" r="37732" b="26084"/>
                  <a:stretch/>
                </p:blipFill>
                <p:spPr>
                  <a:xfrm>
                    <a:off x="3120472" y="5038169"/>
                    <a:ext cx="212105" cy="793477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7C2AFCEA-64D3-CEB6-F90C-2D9FF37E80D6}"/>
                  </a:ext>
                </a:extLst>
              </p:cNvPr>
              <p:cNvSpPr txBox="1"/>
              <p:nvPr/>
            </p:nvSpPr>
            <p:spPr>
              <a:xfrm>
                <a:off x="7467517" y="2137772"/>
                <a:ext cx="19333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Combined task</a:t>
                </a:r>
              </a:p>
            </p:txBody>
          </p:sp>
        </p:grp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5CA8BCD7-48D1-582F-E7F9-34D8269BC2A5}"/>
                </a:ext>
              </a:extLst>
            </p:cNvPr>
            <p:cNvCxnSpPr>
              <a:cxnSpLocks/>
            </p:cNvCxnSpPr>
            <p:nvPr/>
          </p:nvCxnSpPr>
          <p:spPr>
            <a:xfrm>
              <a:off x="8881692" y="3740317"/>
              <a:ext cx="284093" cy="4438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Arrow Connector 228">
              <a:extLst>
                <a:ext uri="{FF2B5EF4-FFF2-40B4-BE49-F238E27FC236}">
                  <a16:creationId xmlns:a16="http://schemas.microsoft.com/office/drawing/2014/main" id="{B62CCA43-E63B-B39C-F96E-3E51E6FFE5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8198" y="3749449"/>
              <a:ext cx="292631" cy="4347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Arrow: Right 229">
              <a:extLst>
                <a:ext uri="{FF2B5EF4-FFF2-40B4-BE49-F238E27FC236}">
                  <a16:creationId xmlns:a16="http://schemas.microsoft.com/office/drawing/2014/main" id="{8B32DB07-1851-8A6A-4FC2-980194842120}"/>
                </a:ext>
              </a:extLst>
            </p:cNvPr>
            <p:cNvSpPr/>
            <p:nvPr/>
          </p:nvSpPr>
          <p:spPr>
            <a:xfrm rot="16200000" flipV="1">
              <a:off x="6984114" y="2745771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1" name="Arrow: Right 230">
              <a:extLst>
                <a:ext uri="{FF2B5EF4-FFF2-40B4-BE49-F238E27FC236}">
                  <a16:creationId xmlns:a16="http://schemas.microsoft.com/office/drawing/2014/main" id="{5D19C3FC-FDA8-711F-838A-7F0090721A33}"/>
                </a:ext>
              </a:extLst>
            </p:cNvPr>
            <p:cNvSpPr/>
            <p:nvPr/>
          </p:nvSpPr>
          <p:spPr>
            <a:xfrm rot="16200000" flipV="1">
              <a:off x="6297740" y="3240577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2" name="Arrow: Right 231">
              <a:extLst>
                <a:ext uri="{FF2B5EF4-FFF2-40B4-BE49-F238E27FC236}">
                  <a16:creationId xmlns:a16="http://schemas.microsoft.com/office/drawing/2014/main" id="{55796391-62ED-E9B6-98C9-AACD6495C594}"/>
                </a:ext>
              </a:extLst>
            </p:cNvPr>
            <p:cNvSpPr/>
            <p:nvPr/>
          </p:nvSpPr>
          <p:spPr>
            <a:xfrm rot="5400000" flipV="1">
              <a:off x="9086863" y="2721524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3" name="Arrow: Right 232">
              <a:extLst>
                <a:ext uri="{FF2B5EF4-FFF2-40B4-BE49-F238E27FC236}">
                  <a16:creationId xmlns:a16="http://schemas.microsoft.com/office/drawing/2014/main" id="{4214DABA-0EB2-E853-5172-910651ED5AF3}"/>
                </a:ext>
              </a:extLst>
            </p:cNvPr>
            <p:cNvSpPr/>
            <p:nvPr/>
          </p:nvSpPr>
          <p:spPr>
            <a:xfrm rot="5400000" flipV="1">
              <a:off x="8367365" y="3257581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1E2F0588-1927-87FE-5ADC-C15AD996FB61}"/>
                </a:ext>
              </a:extLst>
            </p:cNvPr>
            <p:cNvGrpSpPr/>
            <p:nvPr/>
          </p:nvGrpSpPr>
          <p:grpSpPr>
            <a:xfrm>
              <a:off x="8028670" y="4284986"/>
              <a:ext cx="2526879" cy="1455372"/>
              <a:chOff x="8028670" y="4284986"/>
              <a:chExt cx="2526879" cy="1455372"/>
            </a:xfrm>
          </p:grpSpPr>
          <p:grpSp>
            <p:nvGrpSpPr>
              <p:cNvPr id="235" name="Group 234">
                <a:extLst>
                  <a:ext uri="{FF2B5EF4-FFF2-40B4-BE49-F238E27FC236}">
                    <a16:creationId xmlns:a16="http://schemas.microsoft.com/office/drawing/2014/main" id="{3C8121EB-6C8E-0E17-4FA0-38C070680561}"/>
                  </a:ext>
                </a:extLst>
              </p:cNvPr>
              <p:cNvGrpSpPr/>
              <p:nvPr/>
            </p:nvGrpSpPr>
            <p:grpSpPr>
              <a:xfrm>
                <a:off x="8313219" y="4670316"/>
                <a:ext cx="1580228" cy="1069289"/>
                <a:chOff x="6802515" y="3127126"/>
                <a:chExt cx="2843559" cy="1924144"/>
              </a:xfrm>
            </p:grpSpPr>
            <p:grpSp>
              <p:nvGrpSpPr>
                <p:cNvPr id="241" name="Group 240">
                  <a:extLst>
                    <a:ext uri="{FF2B5EF4-FFF2-40B4-BE49-F238E27FC236}">
                      <a16:creationId xmlns:a16="http://schemas.microsoft.com/office/drawing/2014/main" id="{8542B3CD-2D6A-02BA-3BF0-B71EF1630FF4}"/>
                    </a:ext>
                  </a:extLst>
                </p:cNvPr>
                <p:cNvGrpSpPr/>
                <p:nvPr/>
              </p:nvGrpSpPr>
              <p:grpSpPr>
                <a:xfrm>
                  <a:off x="6802515" y="4213881"/>
                  <a:ext cx="2843559" cy="837389"/>
                  <a:chOff x="786159" y="2427668"/>
                  <a:chExt cx="2843559" cy="837389"/>
                </a:xfrm>
              </p:grpSpPr>
              <p:grpSp>
                <p:nvGrpSpPr>
                  <p:cNvPr id="251" name="Group 250">
                    <a:extLst>
                      <a:ext uri="{FF2B5EF4-FFF2-40B4-BE49-F238E27FC236}">
                        <a16:creationId xmlns:a16="http://schemas.microsoft.com/office/drawing/2014/main" id="{7C3951B9-0500-EC6F-B37C-47FA63C767E6}"/>
                      </a:ext>
                    </a:extLst>
                  </p:cNvPr>
                  <p:cNvGrpSpPr/>
                  <p:nvPr/>
                </p:nvGrpSpPr>
                <p:grpSpPr>
                  <a:xfrm>
                    <a:off x="786159" y="2427668"/>
                    <a:ext cx="2843559" cy="837389"/>
                    <a:chOff x="460286" y="1425518"/>
                    <a:chExt cx="2843559" cy="837389"/>
                  </a:xfrm>
                </p:grpSpPr>
                <p:grpSp>
                  <p:nvGrpSpPr>
                    <p:cNvPr id="253" name="Group 252">
                      <a:extLst>
                        <a:ext uri="{FF2B5EF4-FFF2-40B4-BE49-F238E27FC236}">
                          <a16:creationId xmlns:a16="http://schemas.microsoft.com/office/drawing/2014/main" id="{683E7B90-43AF-B733-4438-8BF38C7588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286" y="1425518"/>
                      <a:ext cx="2843559" cy="775533"/>
                      <a:chOff x="212145" y="230658"/>
                      <a:chExt cx="3882205" cy="1058806"/>
                    </a:xfrm>
                  </p:grpSpPr>
                  <p:pic>
                    <p:nvPicPr>
                      <p:cNvPr id="255" name="Picture 254">
                        <a:extLst>
                          <a:ext uri="{FF2B5EF4-FFF2-40B4-BE49-F238E27FC236}">
                            <a16:creationId xmlns:a16="http://schemas.microsoft.com/office/drawing/2014/main" id="{3486198C-CF87-6799-2BCA-A2294E93AE0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5"/>
                      <a:srcRect l="20755" r="20449" b="67310"/>
                      <a:stretch/>
                    </p:blipFill>
                    <p:spPr>
                      <a:xfrm>
                        <a:off x="1581521" y="230658"/>
                        <a:ext cx="1143454" cy="988504"/>
                      </a:xfrm>
                      <a:prstGeom prst="rect">
                        <a:avLst/>
                      </a:prstGeom>
                    </p:spPr>
                  </p:pic>
                  <p:grpSp>
                    <p:nvGrpSpPr>
                      <p:cNvPr id="256" name="Group 255">
                        <a:extLst>
                          <a:ext uri="{FF2B5EF4-FFF2-40B4-BE49-F238E27FC236}">
                            <a16:creationId xmlns:a16="http://schemas.microsoft.com/office/drawing/2014/main" id="{EADBE761-EE98-AA17-C875-085C32D922D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145" y="375064"/>
                        <a:ext cx="3882205" cy="914400"/>
                        <a:chOff x="212145" y="375064"/>
                        <a:chExt cx="3882205" cy="914400"/>
                      </a:xfrm>
                    </p:grpSpPr>
                    <p:pic>
                      <p:nvPicPr>
                        <p:cNvPr id="257" name="Graphic 256" descr="Volume with solid fill">
                          <a:extLst>
                            <a:ext uri="{FF2B5EF4-FFF2-40B4-BE49-F238E27FC236}">
                              <a16:creationId xmlns:a16="http://schemas.microsoft.com/office/drawing/2014/main" id="{94F0B8FC-9F00-C474-83D3-F16451F005CD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1"/>
                            </a:ext>
                          </a:extLst>
                        </a:blip>
                        <a:srcRect l="1" r="-3113"/>
                        <a:stretch/>
                      </p:blipFill>
                      <p:spPr>
                        <a:xfrm>
                          <a:off x="212145" y="375064"/>
                          <a:ext cx="942864" cy="914400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258" name="Graphic 257" descr="Volume with solid fill">
                          <a:extLst>
                            <a:ext uri="{FF2B5EF4-FFF2-40B4-BE49-F238E27FC236}">
                              <a16:creationId xmlns:a16="http://schemas.microsoft.com/office/drawing/2014/main" id="{BCC370BB-C434-AE70-13D1-73ED9B1CEE4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1"/>
                            </a:ext>
                          </a:extLst>
                        </a:blip>
                        <a:srcRect r="8537"/>
                        <a:stretch/>
                      </p:blipFill>
                      <p:spPr>
                        <a:xfrm flipH="1">
                          <a:off x="3258008" y="375064"/>
                          <a:ext cx="836342" cy="914400"/>
                        </a:xfrm>
                        <a:prstGeom prst="rect">
                          <a:avLst/>
                        </a:prstGeom>
                      </p:spPr>
                    </p:pic>
                  </p:grpSp>
                </p:grpSp>
                <p:pic>
                  <p:nvPicPr>
                    <p:cNvPr id="254" name="Picture 253" descr="Icon&#10;&#10;Description automatically generated">
                      <a:extLst>
                        <a:ext uri="{FF2B5EF4-FFF2-40B4-BE49-F238E27FC236}">
                          <a16:creationId xmlns:a16="http://schemas.microsoft.com/office/drawing/2014/main" id="{86F85470-624B-BEB8-7E15-71B52B69D42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4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56132" t="39482" r="37732" b="26084"/>
                    <a:stretch/>
                  </p:blipFill>
                  <p:spPr>
                    <a:xfrm>
                      <a:off x="2463377" y="1469430"/>
                      <a:ext cx="212105" cy="793477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52" name="Picture 251" descr="Icon&#10;&#10;Description automatically generated">
                    <a:extLst>
                      <a:ext uri="{FF2B5EF4-FFF2-40B4-BE49-F238E27FC236}">
                        <a16:creationId xmlns:a16="http://schemas.microsoft.com/office/drawing/2014/main" id="{EF147959-57A1-726C-188D-2910274751B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6132" t="39482" r="37732" b="26084"/>
                  <a:stretch/>
                </p:blipFill>
                <p:spPr>
                  <a:xfrm>
                    <a:off x="1426147" y="2456622"/>
                    <a:ext cx="212105" cy="7934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42" name="Group 241">
                  <a:extLst>
                    <a:ext uri="{FF2B5EF4-FFF2-40B4-BE49-F238E27FC236}">
                      <a16:creationId xmlns:a16="http://schemas.microsoft.com/office/drawing/2014/main" id="{BEF47C29-6037-70D5-EC98-CC2F997D468C}"/>
                    </a:ext>
                  </a:extLst>
                </p:cNvPr>
                <p:cNvGrpSpPr/>
                <p:nvPr/>
              </p:nvGrpSpPr>
              <p:grpSpPr>
                <a:xfrm>
                  <a:off x="6802515" y="3127126"/>
                  <a:ext cx="2843559" cy="837504"/>
                  <a:chOff x="786159" y="3612296"/>
                  <a:chExt cx="2843559" cy="837504"/>
                </a:xfrm>
              </p:grpSpPr>
              <p:grpSp>
                <p:nvGrpSpPr>
                  <p:cNvPr id="243" name="Group 242">
                    <a:extLst>
                      <a:ext uri="{FF2B5EF4-FFF2-40B4-BE49-F238E27FC236}">
                        <a16:creationId xmlns:a16="http://schemas.microsoft.com/office/drawing/2014/main" id="{B1DC49A9-97DB-135C-523E-0E6ABA167C19}"/>
                      </a:ext>
                    </a:extLst>
                  </p:cNvPr>
                  <p:cNvGrpSpPr/>
                  <p:nvPr/>
                </p:nvGrpSpPr>
                <p:grpSpPr>
                  <a:xfrm>
                    <a:off x="786159" y="3612296"/>
                    <a:ext cx="2843559" cy="837389"/>
                    <a:chOff x="2440007" y="3669652"/>
                    <a:chExt cx="2843559" cy="837389"/>
                  </a:xfrm>
                </p:grpSpPr>
                <p:grpSp>
                  <p:nvGrpSpPr>
                    <p:cNvPr id="245" name="Group 244">
                      <a:extLst>
                        <a:ext uri="{FF2B5EF4-FFF2-40B4-BE49-F238E27FC236}">
                          <a16:creationId xmlns:a16="http://schemas.microsoft.com/office/drawing/2014/main" id="{C2C173C5-48D9-6109-6372-2BF392ED0D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40007" y="3669652"/>
                      <a:ext cx="2843559" cy="775533"/>
                      <a:chOff x="212144" y="230658"/>
                      <a:chExt cx="3882204" cy="1058806"/>
                    </a:xfrm>
                  </p:grpSpPr>
                  <p:pic>
                    <p:nvPicPr>
                      <p:cNvPr id="247" name="Picture 246">
                        <a:extLst>
                          <a:ext uri="{FF2B5EF4-FFF2-40B4-BE49-F238E27FC236}">
                            <a16:creationId xmlns:a16="http://schemas.microsoft.com/office/drawing/2014/main" id="{7BA39F06-CAB0-F19E-1233-56B92D30F42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5"/>
                      <a:srcRect l="20755" r="20449" b="67310"/>
                      <a:stretch/>
                    </p:blipFill>
                    <p:spPr>
                      <a:xfrm>
                        <a:off x="1581521" y="230658"/>
                        <a:ext cx="1143454" cy="988504"/>
                      </a:xfrm>
                      <a:prstGeom prst="rect">
                        <a:avLst/>
                      </a:prstGeom>
                    </p:spPr>
                  </p:pic>
                  <p:grpSp>
                    <p:nvGrpSpPr>
                      <p:cNvPr id="248" name="Group 247">
                        <a:extLst>
                          <a:ext uri="{FF2B5EF4-FFF2-40B4-BE49-F238E27FC236}">
                            <a16:creationId xmlns:a16="http://schemas.microsoft.com/office/drawing/2014/main" id="{1BC8D44C-FFC6-9D94-B814-B1BDEA9D58A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144" y="375064"/>
                        <a:ext cx="3882204" cy="914400"/>
                        <a:chOff x="212144" y="375064"/>
                        <a:chExt cx="3882204" cy="914400"/>
                      </a:xfrm>
                    </p:grpSpPr>
                    <p:pic>
                      <p:nvPicPr>
                        <p:cNvPr id="249" name="Graphic 248" descr="Volume with solid fill">
                          <a:extLst>
                            <a:ext uri="{FF2B5EF4-FFF2-40B4-BE49-F238E27FC236}">
                              <a16:creationId xmlns:a16="http://schemas.microsoft.com/office/drawing/2014/main" id="{687302A2-3845-EC79-62FD-7AF478D9C95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9"/>
                            </a:ext>
                          </a:extLst>
                        </a:blip>
                        <a:srcRect l="1" r="-5625"/>
                        <a:stretch/>
                      </p:blipFill>
                      <p:spPr>
                        <a:xfrm>
                          <a:off x="212144" y="375064"/>
                          <a:ext cx="965837" cy="914400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250" name="Graphic 249" descr="Volume with solid fill">
                          <a:extLst>
                            <a:ext uri="{FF2B5EF4-FFF2-40B4-BE49-F238E27FC236}">
                              <a16:creationId xmlns:a16="http://schemas.microsoft.com/office/drawing/2014/main" id="{7B193800-92DE-9116-662B-32FD7619476C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9"/>
                            </a:ext>
                          </a:extLst>
                        </a:blip>
                        <a:srcRect l="1" r="6180"/>
                        <a:stretch/>
                      </p:blipFill>
                      <p:spPr>
                        <a:xfrm flipH="1">
                          <a:off x="3236468" y="375064"/>
                          <a:ext cx="857880" cy="914400"/>
                        </a:xfrm>
                        <a:prstGeom prst="rect">
                          <a:avLst/>
                        </a:prstGeom>
                      </p:spPr>
                    </p:pic>
                  </p:grpSp>
                </p:grpSp>
                <p:pic>
                  <p:nvPicPr>
                    <p:cNvPr id="246" name="Picture 245" descr="Logo&#10;&#10;Description automatically generated with medium confidence">
                      <a:extLst>
                        <a:ext uri="{FF2B5EF4-FFF2-40B4-BE49-F238E27FC236}">
                          <a16:creationId xmlns:a16="http://schemas.microsoft.com/office/drawing/2014/main" id="{39F50726-4E54-E5F3-F4CE-2C36102DCEA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55975" t="35211" r="37889" b="30349"/>
                    <a:stretch/>
                  </p:blipFill>
                  <p:spPr>
                    <a:xfrm>
                      <a:off x="3119147" y="3713564"/>
                      <a:ext cx="212064" cy="793477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44" name="Picture 243" descr="Logo&#10;&#10;Description automatically generated with medium confidence">
                    <a:extLst>
                      <a:ext uri="{FF2B5EF4-FFF2-40B4-BE49-F238E27FC236}">
                        <a16:creationId xmlns:a16="http://schemas.microsoft.com/office/drawing/2014/main" id="{9F9CC221-5572-B66D-6524-F1EF77D6D80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5975" t="35211" r="37889" b="30349"/>
                  <a:stretch/>
                </p:blipFill>
                <p:spPr>
                  <a:xfrm>
                    <a:off x="2771477" y="3656323"/>
                    <a:ext cx="212064" cy="793477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9EB8C5D0-828D-8EC9-92ED-62CA0151E270}"/>
                  </a:ext>
                </a:extLst>
              </p:cNvPr>
              <p:cNvSpPr txBox="1"/>
              <p:nvPr/>
            </p:nvSpPr>
            <p:spPr>
              <a:xfrm>
                <a:off x="8028670" y="4284986"/>
                <a:ext cx="2526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Frequency direction</a:t>
                </a:r>
              </a:p>
            </p:txBody>
          </p:sp>
          <p:sp>
            <p:nvSpPr>
              <p:cNvPr id="237" name="Arrow: Right 236">
                <a:extLst>
                  <a:ext uri="{FF2B5EF4-FFF2-40B4-BE49-F238E27FC236}">
                    <a16:creationId xmlns:a16="http://schemas.microsoft.com/office/drawing/2014/main" id="{79DA6AD9-7CE3-6BA0-15E6-520B64232E3E}"/>
                  </a:ext>
                </a:extLst>
              </p:cNvPr>
              <p:cNvSpPr/>
              <p:nvPr/>
            </p:nvSpPr>
            <p:spPr>
              <a:xfrm rot="16200000" flipV="1">
                <a:off x="9254951" y="4801961"/>
                <a:ext cx="440952" cy="218415"/>
              </a:xfrm>
              <a:prstGeom prst="rightArrow">
                <a:avLst>
                  <a:gd name="adj1" fmla="val 24498"/>
                  <a:gd name="adj2" fmla="val 39374"/>
                </a:avLst>
              </a:prstGeom>
              <a:gradFill flip="none" rotWithShape="1">
                <a:gsLst>
                  <a:gs pos="0">
                    <a:schemeClr val="accent4"/>
                  </a:gs>
                  <a:gs pos="38000">
                    <a:schemeClr val="accent1"/>
                  </a:gs>
                  <a:gs pos="69000">
                    <a:schemeClr val="accent1">
                      <a:lumMod val="75000"/>
                    </a:schemeClr>
                  </a:gs>
                  <a:gs pos="100000">
                    <a:srgbClr val="7030A0"/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8" name="Arrow: Right 237">
                <a:extLst>
                  <a:ext uri="{FF2B5EF4-FFF2-40B4-BE49-F238E27FC236}">
                    <a16:creationId xmlns:a16="http://schemas.microsoft.com/office/drawing/2014/main" id="{92E1BF78-89B6-C136-6EC1-30D3402E048C}"/>
                  </a:ext>
                </a:extLst>
              </p:cNvPr>
              <p:cNvSpPr/>
              <p:nvPr/>
            </p:nvSpPr>
            <p:spPr>
              <a:xfrm rot="16200000" flipV="1">
                <a:off x="8529187" y="4801961"/>
                <a:ext cx="440952" cy="218415"/>
              </a:xfrm>
              <a:prstGeom prst="rightArrow">
                <a:avLst>
                  <a:gd name="adj1" fmla="val 24498"/>
                  <a:gd name="adj2" fmla="val 39374"/>
                </a:avLst>
              </a:prstGeom>
              <a:gradFill flip="none" rotWithShape="1">
                <a:gsLst>
                  <a:gs pos="0">
                    <a:schemeClr val="accent4"/>
                  </a:gs>
                  <a:gs pos="38000">
                    <a:schemeClr val="accent1"/>
                  </a:gs>
                  <a:gs pos="69000">
                    <a:schemeClr val="accent1">
                      <a:lumMod val="75000"/>
                    </a:schemeClr>
                  </a:gs>
                  <a:gs pos="100000">
                    <a:srgbClr val="7030A0"/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9" name="Arrow: Right 238">
                <a:extLst>
                  <a:ext uri="{FF2B5EF4-FFF2-40B4-BE49-F238E27FC236}">
                    <a16:creationId xmlns:a16="http://schemas.microsoft.com/office/drawing/2014/main" id="{7ACAC2A1-48F5-75BB-12A9-7E1B46F2D894}"/>
                  </a:ext>
                </a:extLst>
              </p:cNvPr>
              <p:cNvSpPr/>
              <p:nvPr/>
            </p:nvSpPr>
            <p:spPr>
              <a:xfrm rot="5400000" flipV="1">
                <a:off x="9254951" y="5407000"/>
                <a:ext cx="440952" cy="218415"/>
              </a:xfrm>
              <a:prstGeom prst="rightArrow">
                <a:avLst>
                  <a:gd name="adj1" fmla="val 24498"/>
                  <a:gd name="adj2" fmla="val 39374"/>
                </a:avLst>
              </a:prstGeom>
              <a:gradFill flip="none" rotWithShape="1">
                <a:gsLst>
                  <a:gs pos="0">
                    <a:schemeClr val="accent4"/>
                  </a:gs>
                  <a:gs pos="38000">
                    <a:schemeClr val="accent1"/>
                  </a:gs>
                  <a:gs pos="69000">
                    <a:schemeClr val="accent1">
                      <a:lumMod val="75000"/>
                    </a:schemeClr>
                  </a:gs>
                  <a:gs pos="100000">
                    <a:srgbClr val="7030A0"/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0" name="Arrow: Right 239">
                <a:extLst>
                  <a:ext uri="{FF2B5EF4-FFF2-40B4-BE49-F238E27FC236}">
                    <a16:creationId xmlns:a16="http://schemas.microsoft.com/office/drawing/2014/main" id="{1E9FA019-011B-094C-B499-254D707FA7BF}"/>
                  </a:ext>
                </a:extLst>
              </p:cNvPr>
              <p:cNvSpPr/>
              <p:nvPr/>
            </p:nvSpPr>
            <p:spPr>
              <a:xfrm rot="5400000" flipV="1">
                <a:off x="8502071" y="5410674"/>
                <a:ext cx="440952" cy="218415"/>
              </a:xfrm>
              <a:prstGeom prst="rightArrow">
                <a:avLst>
                  <a:gd name="adj1" fmla="val 24498"/>
                  <a:gd name="adj2" fmla="val 39374"/>
                </a:avLst>
              </a:prstGeom>
              <a:gradFill flip="none" rotWithShape="1">
                <a:gsLst>
                  <a:gs pos="0">
                    <a:schemeClr val="accent4"/>
                  </a:gs>
                  <a:gs pos="38000">
                    <a:schemeClr val="accent1"/>
                  </a:gs>
                  <a:gs pos="69000">
                    <a:schemeClr val="accent1">
                      <a:lumMod val="75000"/>
                    </a:schemeClr>
                  </a:gs>
                  <a:gs pos="100000">
                    <a:srgbClr val="7030A0"/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5154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>
            <a:extLst>
              <a:ext uri="{FF2B5EF4-FFF2-40B4-BE49-F238E27FC236}">
                <a16:creationId xmlns:a16="http://schemas.microsoft.com/office/drawing/2014/main" id="{A2206113-663B-0F8C-7ED8-45E23F56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060"/>
            <a:ext cx="10515600" cy="563254"/>
          </a:xfrm>
        </p:spPr>
        <p:txBody>
          <a:bodyPr>
            <a:normAutofit/>
          </a:bodyPr>
          <a:lstStyle/>
          <a:p>
            <a:pPr algn="ctr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Training mice on a skill combination paradigm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6196392-9844-E6C8-FD0C-C7CEF01D5E97}"/>
              </a:ext>
            </a:extLst>
          </p:cNvPr>
          <p:cNvSpPr/>
          <p:nvPr/>
        </p:nvSpPr>
        <p:spPr>
          <a:xfrm>
            <a:off x="5238810" y="3035400"/>
            <a:ext cx="4846320" cy="290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EBA3A78-AA4D-5EA2-CFC2-D829D8B487FD}"/>
              </a:ext>
            </a:extLst>
          </p:cNvPr>
          <p:cNvGrpSpPr/>
          <p:nvPr/>
        </p:nvGrpSpPr>
        <p:grpSpPr>
          <a:xfrm>
            <a:off x="3330897" y="2617694"/>
            <a:ext cx="5530205" cy="1030429"/>
            <a:chOff x="6384478" y="1951869"/>
            <a:chExt cx="5530205" cy="103042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35AFD89-61A0-7DA2-E4AB-8165A35AAFAD}"/>
                </a:ext>
              </a:extLst>
            </p:cNvPr>
            <p:cNvSpPr txBox="1"/>
            <p:nvPr/>
          </p:nvSpPr>
          <p:spPr>
            <a:xfrm>
              <a:off x="6384478" y="2530693"/>
              <a:ext cx="13316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Localization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C655E54-F73D-35B2-8E9D-0ED8D811523B}"/>
                </a:ext>
              </a:extLst>
            </p:cNvPr>
            <p:cNvSpPr txBox="1"/>
            <p:nvPr/>
          </p:nvSpPr>
          <p:spPr>
            <a:xfrm>
              <a:off x="8616172" y="2397523"/>
              <a:ext cx="11927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Frequency direction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AF6408F-B6A8-ADBC-07F0-D9DF63517A53}"/>
                </a:ext>
              </a:extLst>
            </p:cNvPr>
            <p:cNvSpPr txBox="1"/>
            <p:nvPr/>
          </p:nvSpPr>
          <p:spPr>
            <a:xfrm>
              <a:off x="10721948" y="2580395"/>
              <a:ext cx="11927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Combined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AF12173-35C3-BF77-F8D5-4353E5DA56B4}"/>
                </a:ext>
              </a:extLst>
            </p:cNvPr>
            <p:cNvCxnSpPr>
              <a:cxnSpLocks/>
            </p:cNvCxnSpPr>
            <p:nvPr/>
          </p:nvCxnSpPr>
          <p:spPr>
            <a:xfrm>
              <a:off x="7871881" y="2716173"/>
              <a:ext cx="48200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777866F-36D0-F8D3-9910-155E5848DE5A}"/>
                </a:ext>
              </a:extLst>
            </p:cNvPr>
            <p:cNvCxnSpPr>
              <a:cxnSpLocks/>
            </p:cNvCxnSpPr>
            <p:nvPr/>
          </p:nvCxnSpPr>
          <p:spPr>
            <a:xfrm>
              <a:off x="9937024" y="2738427"/>
              <a:ext cx="52974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0C9A486-6CB7-387B-A707-EAB236ED431E}"/>
                </a:ext>
              </a:extLst>
            </p:cNvPr>
            <p:cNvSpPr txBox="1"/>
            <p:nvPr/>
          </p:nvSpPr>
          <p:spPr>
            <a:xfrm>
              <a:off x="6498454" y="1951869"/>
              <a:ext cx="2117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Skill combination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6472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>
            <a:extLst>
              <a:ext uri="{FF2B5EF4-FFF2-40B4-BE49-F238E27FC236}">
                <a16:creationId xmlns:a16="http://schemas.microsoft.com/office/drawing/2014/main" id="{A2206113-663B-0F8C-7ED8-45E23F56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060"/>
            <a:ext cx="10515600" cy="56325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Mice show expert performance on a combined task without explicit training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9D72000-EDC2-67AA-78A1-8494D1994A50}"/>
              </a:ext>
            </a:extLst>
          </p:cNvPr>
          <p:cNvCxnSpPr>
            <a:cxnSpLocks/>
          </p:cNvCxnSpPr>
          <p:nvPr/>
        </p:nvCxnSpPr>
        <p:spPr>
          <a:xfrm>
            <a:off x="4450080" y="2105213"/>
            <a:ext cx="75058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B1677C5-4D5B-0A25-5C30-48B72B75CF3B}"/>
              </a:ext>
            </a:extLst>
          </p:cNvPr>
          <p:cNvCxnSpPr>
            <a:cxnSpLocks/>
          </p:cNvCxnSpPr>
          <p:nvPr/>
        </p:nvCxnSpPr>
        <p:spPr>
          <a:xfrm flipV="1">
            <a:off x="7640320" y="2125518"/>
            <a:ext cx="497840" cy="34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43AA95D-EFF4-3DDD-3BC1-71C9DE1FD82E}"/>
              </a:ext>
            </a:extLst>
          </p:cNvPr>
          <p:cNvSpPr txBox="1"/>
          <p:nvPr/>
        </p:nvSpPr>
        <p:spPr>
          <a:xfrm>
            <a:off x="260930" y="1796834"/>
            <a:ext cx="1512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Skill combination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28CA71-4A1B-4944-AF6D-ED3EC188872D}"/>
              </a:ext>
            </a:extLst>
          </p:cNvPr>
          <p:cNvSpPr/>
          <p:nvPr/>
        </p:nvSpPr>
        <p:spPr>
          <a:xfrm>
            <a:off x="4307840" y="3429000"/>
            <a:ext cx="3398520" cy="1529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you get higher resolution images? Otherwise, this looks fine</a:t>
            </a:r>
          </a:p>
        </p:txBody>
      </p:sp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E9155FEB-99D6-2A2E-1274-B85887933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63" y="3027684"/>
            <a:ext cx="10079757" cy="3575311"/>
          </a:xfrm>
          <a:prstGeom prst="rect">
            <a:avLst/>
          </a:prstGeom>
        </p:spPr>
      </p:pic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92CC923-4548-CC10-C192-3EBA9C850BF6}"/>
              </a:ext>
            </a:extLst>
          </p:cNvPr>
          <p:cNvGrpSpPr/>
          <p:nvPr/>
        </p:nvGrpSpPr>
        <p:grpSpPr>
          <a:xfrm>
            <a:off x="2119592" y="1165133"/>
            <a:ext cx="1847592" cy="1449034"/>
            <a:chOff x="829272" y="3515491"/>
            <a:chExt cx="1847592" cy="1449034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09DF7CFF-D228-6724-060A-9E0E4E24A63C}"/>
                </a:ext>
              </a:extLst>
            </p:cNvPr>
            <p:cNvGrpSpPr/>
            <p:nvPr/>
          </p:nvGrpSpPr>
          <p:grpSpPr>
            <a:xfrm>
              <a:off x="829272" y="3938121"/>
              <a:ext cx="1609196" cy="1026404"/>
              <a:chOff x="5738831" y="3447942"/>
              <a:chExt cx="2861331" cy="1825061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67616472-3746-092E-7278-8718CCE13968}"/>
                  </a:ext>
                </a:extLst>
              </p:cNvPr>
              <p:cNvGrpSpPr/>
              <p:nvPr/>
            </p:nvGrpSpPr>
            <p:grpSpPr>
              <a:xfrm>
                <a:off x="5756604" y="3447942"/>
                <a:ext cx="2843558" cy="775533"/>
                <a:chOff x="6576965" y="1910404"/>
                <a:chExt cx="2843558" cy="775533"/>
              </a:xfrm>
            </p:grpSpPr>
            <p:pic>
              <p:nvPicPr>
                <p:cNvPr id="185" name="Graphic 184" descr="Music note with solid fill">
                  <a:extLst>
                    <a:ext uri="{FF2B5EF4-FFF2-40B4-BE49-F238E27FC236}">
                      <a16:creationId xmlns:a16="http://schemas.microsoft.com/office/drawing/2014/main" id="{B2D46E44-926B-4F43-17A0-C83437EB1F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2907" y="2068833"/>
                  <a:ext cx="544052" cy="544052"/>
                </a:xfrm>
                <a:prstGeom prst="rect">
                  <a:avLst/>
                </a:prstGeom>
              </p:spPr>
            </p:pic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273374FE-668F-6CCE-4F5E-8A9A85976D5A}"/>
                    </a:ext>
                  </a:extLst>
                </p:cNvPr>
                <p:cNvGrpSpPr/>
                <p:nvPr/>
              </p:nvGrpSpPr>
              <p:grpSpPr>
                <a:xfrm>
                  <a:off x="6576965" y="1910404"/>
                  <a:ext cx="2843558" cy="775533"/>
                  <a:chOff x="212145" y="230658"/>
                  <a:chExt cx="3882203" cy="1058806"/>
                </a:xfrm>
              </p:grpSpPr>
              <p:pic>
                <p:nvPicPr>
                  <p:cNvPr id="187" name="Picture 186">
                    <a:extLst>
                      <a:ext uri="{FF2B5EF4-FFF2-40B4-BE49-F238E27FC236}">
                        <a16:creationId xmlns:a16="http://schemas.microsoft.com/office/drawing/2014/main" id="{2D144B23-6308-5228-2D4C-37156F3FC8A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20755" r="20449" b="67310"/>
                  <a:stretch/>
                </p:blipFill>
                <p:spPr>
                  <a:xfrm>
                    <a:off x="1581521" y="230658"/>
                    <a:ext cx="1143454" cy="988504"/>
                  </a:xfrm>
                  <a:prstGeom prst="rect">
                    <a:avLst/>
                  </a:prstGeom>
                </p:spPr>
              </p:pic>
              <p:grpSp>
                <p:nvGrpSpPr>
                  <p:cNvPr id="188" name="Group 187">
                    <a:extLst>
                      <a:ext uri="{FF2B5EF4-FFF2-40B4-BE49-F238E27FC236}">
                        <a16:creationId xmlns:a16="http://schemas.microsoft.com/office/drawing/2014/main" id="{50B394CB-67C7-BFBE-55D2-E6AE92888E8A}"/>
                      </a:ext>
                    </a:extLst>
                  </p:cNvPr>
                  <p:cNvGrpSpPr/>
                  <p:nvPr/>
                </p:nvGrpSpPr>
                <p:grpSpPr>
                  <a:xfrm>
                    <a:off x="212145" y="375064"/>
                    <a:ext cx="3882203" cy="914400"/>
                    <a:chOff x="212145" y="375064"/>
                    <a:chExt cx="3882203" cy="914400"/>
                  </a:xfrm>
                </p:grpSpPr>
                <p:pic>
                  <p:nvPicPr>
                    <p:cNvPr id="189" name="Graphic 188" descr="Volume with solid fill">
                      <a:extLst>
                        <a:ext uri="{FF2B5EF4-FFF2-40B4-BE49-F238E27FC236}">
                          <a16:creationId xmlns:a16="http://schemas.microsoft.com/office/drawing/2014/main" id="{F2C1C70D-F309-9D2D-F6CE-BC3F18929FC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rcRect l="1" r="46722"/>
                    <a:stretch/>
                  </p:blipFill>
                  <p:spPr>
                    <a:xfrm>
                      <a:off x="212145" y="375064"/>
                      <a:ext cx="487175" cy="914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90" name="Graphic 189" descr="Volume with solid fill">
                      <a:extLst>
                        <a:ext uri="{FF2B5EF4-FFF2-40B4-BE49-F238E27FC236}">
                          <a16:creationId xmlns:a16="http://schemas.microsoft.com/office/drawing/2014/main" id="{E060A460-B076-A1E3-33F5-5EADCDD3B41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9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0"/>
                        </a:ext>
                      </a:extLst>
                    </a:blip>
                    <a:srcRect l="1" r="6180"/>
                    <a:stretch/>
                  </p:blipFill>
                  <p:spPr>
                    <a:xfrm flipH="1">
                      <a:off x="3236468" y="375064"/>
                      <a:ext cx="857880" cy="914400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49924A58-7E69-8446-9825-A1BFE3EED143}"/>
                  </a:ext>
                </a:extLst>
              </p:cNvPr>
              <p:cNvGrpSpPr/>
              <p:nvPr/>
            </p:nvGrpSpPr>
            <p:grpSpPr>
              <a:xfrm>
                <a:off x="5738831" y="4497470"/>
                <a:ext cx="2843557" cy="775533"/>
                <a:chOff x="6576965" y="1910404"/>
                <a:chExt cx="2843557" cy="775533"/>
              </a:xfrm>
            </p:grpSpPr>
            <p:pic>
              <p:nvPicPr>
                <p:cNvPr id="179" name="Graphic 178" descr="Music note with solid fill">
                  <a:extLst>
                    <a:ext uri="{FF2B5EF4-FFF2-40B4-BE49-F238E27FC236}">
                      <a16:creationId xmlns:a16="http://schemas.microsoft.com/office/drawing/2014/main" id="{9C203F49-D619-109F-D541-7CF0AAE2F4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84524" y="2068833"/>
                  <a:ext cx="544052" cy="544052"/>
                </a:xfrm>
                <a:prstGeom prst="rect">
                  <a:avLst/>
                </a:prstGeom>
              </p:spPr>
            </p:pic>
            <p:grpSp>
              <p:nvGrpSpPr>
                <p:cNvPr id="180" name="Group 179">
                  <a:extLst>
                    <a:ext uri="{FF2B5EF4-FFF2-40B4-BE49-F238E27FC236}">
                      <a16:creationId xmlns:a16="http://schemas.microsoft.com/office/drawing/2014/main" id="{BB83AC99-D56E-CFE3-8D6A-78302852F88A}"/>
                    </a:ext>
                  </a:extLst>
                </p:cNvPr>
                <p:cNvGrpSpPr/>
                <p:nvPr/>
              </p:nvGrpSpPr>
              <p:grpSpPr>
                <a:xfrm>
                  <a:off x="6576965" y="1910404"/>
                  <a:ext cx="2843557" cy="775533"/>
                  <a:chOff x="212145" y="230658"/>
                  <a:chExt cx="3882202" cy="1058806"/>
                </a:xfrm>
              </p:grpSpPr>
              <p:pic>
                <p:nvPicPr>
                  <p:cNvPr id="181" name="Picture 180">
                    <a:extLst>
                      <a:ext uri="{FF2B5EF4-FFF2-40B4-BE49-F238E27FC236}">
                        <a16:creationId xmlns:a16="http://schemas.microsoft.com/office/drawing/2014/main" id="{5DCBD0BF-B830-CDC2-DA73-90477EE327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20755" r="20449" b="67310"/>
                  <a:stretch/>
                </p:blipFill>
                <p:spPr>
                  <a:xfrm>
                    <a:off x="1581521" y="230658"/>
                    <a:ext cx="1143454" cy="988504"/>
                  </a:xfrm>
                  <a:prstGeom prst="rect">
                    <a:avLst/>
                  </a:prstGeom>
                </p:spPr>
              </p:pic>
              <p:grpSp>
                <p:nvGrpSpPr>
                  <p:cNvPr id="182" name="Group 181">
                    <a:extLst>
                      <a:ext uri="{FF2B5EF4-FFF2-40B4-BE49-F238E27FC236}">
                        <a16:creationId xmlns:a16="http://schemas.microsoft.com/office/drawing/2014/main" id="{1711B233-DD1E-552B-65A7-3C4352113E42}"/>
                      </a:ext>
                    </a:extLst>
                  </p:cNvPr>
                  <p:cNvGrpSpPr/>
                  <p:nvPr/>
                </p:nvGrpSpPr>
                <p:grpSpPr>
                  <a:xfrm>
                    <a:off x="212145" y="375064"/>
                    <a:ext cx="3882202" cy="914400"/>
                    <a:chOff x="212145" y="375064"/>
                    <a:chExt cx="3882202" cy="914400"/>
                  </a:xfrm>
                </p:grpSpPr>
                <p:pic>
                  <p:nvPicPr>
                    <p:cNvPr id="183" name="Graphic 182" descr="Volume with solid fill">
                      <a:extLst>
                        <a:ext uri="{FF2B5EF4-FFF2-40B4-BE49-F238E27FC236}">
                          <a16:creationId xmlns:a16="http://schemas.microsoft.com/office/drawing/2014/main" id="{1D0B3E65-153C-5B54-74CF-29ED83E56ED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1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2"/>
                        </a:ext>
                      </a:extLst>
                    </a:blip>
                    <a:srcRect l="1" r="1685"/>
                    <a:stretch/>
                  </p:blipFill>
                  <p:spPr>
                    <a:xfrm>
                      <a:off x="212145" y="375064"/>
                      <a:ext cx="898995" cy="914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4" name="Graphic 183" descr="Volume with solid fill">
                      <a:extLst>
                        <a:ext uri="{FF2B5EF4-FFF2-40B4-BE49-F238E27FC236}">
                          <a16:creationId xmlns:a16="http://schemas.microsoft.com/office/drawing/2014/main" id="{B0F6E837-C7C8-D7ED-3ED4-498554B1E75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rcRect l="1" r="46785"/>
                    <a:stretch/>
                  </p:blipFill>
                  <p:spPr>
                    <a:xfrm flipH="1">
                      <a:off x="3607762" y="375064"/>
                      <a:ext cx="486585" cy="914400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1D2CE79-EEB9-AC4E-9038-0D3F3A82034F}"/>
                </a:ext>
              </a:extLst>
            </p:cNvPr>
            <p:cNvSpPr txBox="1"/>
            <p:nvPr/>
          </p:nvSpPr>
          <p:spPr>
            <a:xfrm>
              <a:off x="1014433" y="3515491"/>
              <a:ext cx="16624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Localization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9ED4AD2-A1B1-6FB5-B90D-752620F18095}"/>
              </a:ext>
            </a:extLst>
          </p:cNvPr>
          <p:cNvGrpSpPr/>
          <p:nvPr/>
        </p:nvGrpSpPr>
        <p:grpSpPr>
          <a:xfrm>
            <a:off x="8363988" y="1189647"/>
            <a:ext cx="3383086" cy="1383730"/>
            <a:chOff x="8363988" y="1189647"/>
            <a:chExt cx="3383086" cy="1383730"/>
          </a:xfrm>
        </p:grpSpPr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B452E867-0FD7-AEA1-300B-D0C5F51719DE}"/>
                </a:ext>
              </a:extLst>
            </p:cNvPr>
            <p:cNvGrpSpPr/>
            <p:nvPr/>
          </p:nvGrpSpPr>
          <p:grpSpPr>
            <a:xfrm>
              <a:off x="8363988" y="1550968"/>
              <a:ext cx="1504076" cy="493776"/>
              <a:chOff x="501512" y="255149"/>
              <a:chExt cx="3882205" cy="1274497"/>
            </a:xfrm>
          </p:grpSpPr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4E8B5DE4-D37C-8674-D04C-A89F8B9FD1D2}"/>
                  </a:ext>
                </a:extLst>
              </p:cNvPr>
              <p:cNvGrpSpPr/>
              <p:nvPr/>
            </p:nvGrpSpPr>
            <p:grpSpPr>
              <a:xfrm>
                <a:off x="501512" y="519470"/>
                <a:ext cx="3882205" cy="914400"/>
                <a:chOff x="212145" y="375064"/>
                <a:chExt cx="3882205" cy="914400"/>
              </a:xfrm>
            </p:grpSpPr>
            <p:pic>
              <p:nvPicPr>
                <p:cNvPr id="224" name="Graphic 223" descr="Volume with solid fill">
                  <a:extLst>
                    <a:ext uri="{FF2B5EF4-FFF2-40B4-BE49-F238E27FC236}">
                      <a16:creationId xmlns:a16="http://schemas.microsoft.com/office/drawing/2014/main" id="{903355CE-D094-2230-BB7C-959ED0D62F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r="46602"/>
                <a:stretch/>
              </p:blipFill>
              <p:spPr>
                <a:xfrm>
                  <a:off x="212145" y="375064"/>
                  <a:ext cx="488273" cy="914400"/>
                </a:xfrm>
                <a:prstGeom prst="rect">
                  <a:avLst/>
                </a:prstGeom>
              </p:spPr>
            </p:pic>
            <p:pic>
              <p:nvPicPr>
                <p:cNvPr id="225" name="Graphic 224" descr="Volume with solid fill">
                  <a:extLst>
                    <a:ext uri="{FF2B5EF4-FFF2-40B4-BE49-F238E27FC236}">
                      <a16:creationId xmlns:a16="http://schemas.microsoft.com/office/drawing/2014/main" id="{3BB10E87-01F6-7417-950B-0959DD6678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r="7184"/>
                <a:stretch/>
              </p:blipFill>
              <p:spPr>
                <a:xfrm flipH="1">
                  <a:off x="3245637" y="375064"/>
                  <a:ext cx="848713" cy="914400"/>
                </a:xfrm>
                <a:prstGeom prst="rect">
                  <a:avLst/>
                </a:prstGeom>
              </p:spPr>
            </p:pic>
          </p:grpSp>
          <p:pic>
            <p:nvPicPr>
              <p:cNvPr id="222" name="Picture 221" descr="Logo&#10;&#10;Description automatically generated with medium confidence">
                <a:extLst>
                  <a:ext uri="{FF2B5EF4-FFF2-40B4-BE49-F238E27FC236}">
                    <a16:creationId xmlns:a16="http://schemas.microsoft.com/office/drawing/2014/main" id="{994448E1-08F4-925F-7248-71CEAD3069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975" t="35211" r="37889" b="30349"/>
              <a:stretch/>
            </p:blipFill>
            <p:spPr>
              <a:xfrm>
                <a:off x="3239428" y="423694"/>
                <a:ext cx="295576" cy="1105952"/>
              </a:xfrm>
              <a:prstGeom prst="rect">
                <a:avLst/>
              </a:prstGeom>
            </p:spPr>
          </p:pic>
          <p:pic>
            <p:nvPicPr>
              <p:cNvPr id="223" name="Picture 222">
                <a:extLst>
                  <a:ext uri="{FF2B5EF4-FFF2-40B4-BE49-F238E27FC236}">
                    <a16:creationId xmlns:a16="http://schemas.microsoft.com/office/drawing/2014/main" id="{5268360E-5CEC-1B8D-0A9F-086EAF2829A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/>
              <a:srcRect l="21063" r="20141" b="63312"/>
              <a:stretch/>
            </p:blipFill>
            <p:spPr>
              <a:xfrm>
                <a:off x="1870888" y="255149"/>
                <a:ext cx="1143454" cy="1178721"/>
              </a:xfrm>
              <a:prstGeom prst="rect">
                <a:avLst/>
              </a:prstGeom>
            </p:spPr>
          </p:pic>
        </p:grp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A6A64CF7-389D-8471-99CC-0F4D1775B6FF}"/>
                </a:ext>
              </a:extLst>
            </p:cNvPr>
            <p:cNvGrpSpPr/>
            <p:nvPr/>
          </p:nvGrpSpPr>
          <p:grpSpPr>
            <a:xfrm>
              <a:off x="10211553" y="1596368"/>
              <a:ext cx="1535521" cy="452190"/>
              <a:chOff x="460286" y="1425518"/>
              <a:chExt cx="2843559" cy="837389"/>
            </a:xfrm>
          </p:grpSpPr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FC3EDF0A-B164-F624-B0E5-B143AC548B74}"/>
                  </a:ext>
                </a:extLst>
              </p:cNvPr>
              <p:cNvGrpSpPr/>
              <p:nvPr/>
            </p:nvGrpSpPr>
            <p:grpSpPr>
              <a:xfrm>
                <a:off x="460286" y="1425518"/>
                <a:ext cx="2843559" cy="775533"/>
                <a:chOff x="212145" y="230658"/>
                <a:chExt cx="3882205" cy="1058806"/>
              </a:xfrm>
            </p:grpSpPr>
            <p:pic>
              <p:nvPicPr>
                <p:cNvPr id="217" name="Picture 216">
                  <a:extLst>
                    <a:ext uri="{FF2B5EF4-FFF2-40B4-BE49-F238E27FC236}">
                      <a16:creationId xmlns:a16="http://schemas.microsoft.com/office/drawing/2014/main" id="{CAEF2C80-4C3B-43D9-0FAD-2DA9046A6E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20755" r="20449" b="67310"/>
                <a:stretch/>
              </p:blipFill>
              <p:spPr>
                <a:xfrm>
                  <a:off x="1581521" y="230658"/>
                  <a:ext cx="1143454" cy="988504"/>
                </a:xfrm>
                <a:prstGeom prst="rect">
                  <a:avLst/>
                </a:prstGeom>
              </p:spPr>
            </p:pic>
            <p:grpSp>
              <p:nvGrpSpPr>
                <p:cNvPr id="218" name="Group 217">
                  <a:extLst>
                    <a:ext uri="{FF2B5EF4-FFF2-40B4-BE49-F238E27FC236}">
                      <a16:creationId xmlns:a16="http://schemas.microsoft.com/office/drawing/2014/main" id="{B66BD06C-2A72-C65B-FB70-C3997BF46DB3}"/>
                    </a:ext>
                  </a:extLst>
                </p:cNvPr>
                <p:cNvGrpSpPr/>
                <p:nvPr/>
              </p:nvGrpSpPr>
              <p:grpSpPr>
                <a:xfrm>
                  <a:off x="212145" y="375064"/>
                  <a:ext cx="3882205" cy="914400"/>
                  <a:chOff x="212145" y="375064"/>
                  <a:chExt cx="3882205" cy="914400"/>
                </a:xfrm>
              </p:grpSpPr>
              <p:pic>
                <p:nvPicPr>
                  <p:cNvPr id="219" name="Graphic 218" descr="Volume with solid fill">
                    <a:extLst>
                      <a:ext uri="{FF2B5EF4-FFF2-40B4-BE49-F238E27FC236}">
                        <a16:creationId xmlns:a16="http://schemas.microsoft.com/office/drawing/2014/main" id="{971205A7-C068-AEE3-DA3A-BFBD14D055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rcRect l="1" r="47695"/>
                  <a:stretch/>
                </p:blipFill>
                <p:spPr>
                  <a:xfrm>
                    <a:off x="212145" y="375064"/>
                    <a:ext cx="478273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220" name="Graphic 219" descr="Volume with solid fill">
                    <a:extLst>
                      <a:ext uri="{FF2B5EF4-FFF2-40B4-BE49-F238E27FC236}">
                        <a16:creationId xmlns:a16="http://schemas.microsoft.com/office/drawing/2014/main" id="{EDCC5333-2C2C-3BE6-ED40-4DD2667DA9A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rcRect r="8537"/>
                  <a:stretch/>
                </p:blipFill>
                <p:spPr>
                  <a:xfrm flipH="1">
                    <a:off x="3258008" y="375064"/>
                    <a:ext cx="836342" cy="914400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216" name="Picture 215" descr="Icon&#10;&#10;Description automatically generated">
                <a:extLst>
                  <a:ext uri="{FF2B5EF4-FFF2-40B4-BE49-F238E27FC236}">
                    <a16:creationId xmlns:a16="http://schemas.microsoft.com/office/drawing/2014/main" id="{7060A30B-BB62-FA7B-EB2A-AEBECDBDF1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132" t="39482" r="37732" b="26084"/>
              <a:stretch/>
            </p:blipFill>
            <p:spPr>
              <a:xfrm>
                <a:off x="2463377" y="1469430"/>
                <a:ext cx="212105" cy="793477"/>
              </a:xfrm>
              <a:prstGeom prst="rect">
                <a:avLst/>
              </a:prstGeom>
            </p:spPr>
          </p:pic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73AB55B6-3491-091D-8A01-FA98683B9605}"/>
                </a:ext>
              </a:extLst>
            </p:cNvPr>
            <p:cNvGrpSpPr/>
            <p:nvPr/>
          </p:nvGrpSpPr>
          <p:grpSpPr>
            <a:xfrm>
              <a:off x="8363988" y="2097371"/>
              <a:ext cx="1535521" cy="452190"/>
              <a:chOff x="2440007" y="3669652"/>
              <a:chExt cx="2843559" cy="837389"/>
            </a:xfrm>
          </p:grpSpPr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11DA9165-F5B8-4AB9-D06B-2FBC2A2902AF}"/>
                  </a:ext>
                </a:extLst>
              </p:cNvPr>
              <p:cNvGrpSpPr/>
              <p:nvPr/>
            </p:nvGrpSpPr>
            <p:grpSpPr>
              <a:xfrm>
                <a:off x="2440007" y="3669652"/>
                <a:ext cx="2843559" cy="775533"/>
                <a:chOff x="212144" y="230658"/>
                <a:chExt cx="3882204" cy="1058806"/>
              </a:xfrm>
            </p:grpSpPr>
            <p:pic>
              <p:nvPicPr>
                <p:cNvPr id="211" name="Picture 210">
                  <a:extLst>
                    <a:ext uri="{FF2B5EF4-FFF2-40B4-BE49-F238E27FC236}">
                      <a16:creationId xmlns:a16="http://schemas.microsoft.com/office/drawing/2014/main" id="{ECF42D90-1A5C-0873-004E-740385BAE1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20755" r="20449" b="67310"/>
                <a:stretch/>
              </p:blipFill>
              <p:spPr>
                <a:xfrm>
                  <a:off x="1581521" y="230658"/>
                  <a:ext cx="1143454" cy="988504"/>
                </a:xfrm>
                <a:prstGeom prst="rect">
                  <a:avLst/>
                </a:prstGeom>
              </p:spPr>
            </p:pic>
            <p:grpSp>
              <p:nvGrpSpPr>
                <p:cNvPr id="212" name="Group 211">
                  <a:extLst>
                    <a:ext uri="{FF2B5EF4-FFF2-40B4-BE49-F238E27FC236}">
                      <a16:creationId xmlns:a16="http://schemas.microsoft.com/office/drawing/2014/main" id="{0E2F7081-905D-E9D5-4B85-279CF40F85CE}"/>
                    </a:ext>
                  </a:extLst>
                </p:cNvPr>
                <p:cNvGrpSpPr/>
                <p:nvPr/>
              </p:nvGrpSpPr>
              <p:grpSpPr>
                <a:xfrm>
                  <a:off x="212144" y="375064"/>
                  <a:ext cx="3882204" cy="914400"/>
                  <a:chOff x="212144" y="375064"/>
                  <a:chExt cx="3882204" cy="914400"/>
                </a:xfrm>
              </p:grpSpPr>
              <p:pic>
                <p:nvPicPr>
                  <p:cNvPr id="213" name="Graphic 212" descr="Volume with solid fill">
                    <a:extLst>
                      <a:ext uri="{FF2B5EF4-FFF2-40B4-BE49-F238E27FC236}">
                        <a16:creationId xmlns:a16="http://schemas.microsoft.com/office/drawing/2014/main" id="{F105E4EB-1FD6-6C88-8CFB-9E92F51A01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rcRect l="1" r="-5625"/>
                  <a:stretch/>
                </p:blipFill>
                <p:spPr>
                  <a:xfrm>
                    <a:off x="212144" y="375064"/>
                    <a:ext cx="965837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214" name="Graphic 213" descr="Volume with solid fill">
                    <a:extLst>
                      <a:ext uri="{FF2B5EF4-FFF2-40B4-BE49-F238E27FC236}">
                        <a16:creationId xmlns:a16="http://schemas.microsoft.com/office/drawing/2014/main" id="{BA7CE037-543B-272F-C6A6-11AE6834E24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rcRect l="1" r="45452"/>
                  <a:stretch/>
                </p:blipFill>
                <p:spPr>
                  <a:xfrm flipH="1">
                    <a:off x="3595566" y="375064"/>
                    <a:ext cx="498782" cy="914400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210" name="Picture 209" descr="Logo&#10;&#10;Description automatically generated with medium confidence">
                <a:extLst>
                  <a:ext uri="{FF2B5EF4-FFF2-40B4-BE49-F238E27FC236}">
                    <a16:creationId xmlns:a16="http://schemas.microsoft.com/office/drawing/2014/main" id="{E999762C-C2C7-D699-4EBD-D9613667D5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975" t="35211" r="37889" b="30349"/>
              <a:stretch/>
            </p:blipFill>
            <p:spPr>
              <a:xfrm>
                <a:off x="3119147" y="3713564"/>
                <a:ext cx="212064" cy="793477"/>
              </a:xfrm>
              <a:prstGeom prst="rect">
                <a:avLst/>
              </a:prstGeom>
            </p:spPr>
          </p:pic>
        </p:grp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63523826-9E77-E704-687B-AF3736F9567E}"/>
                </a:ext>
              </a:extLst>
            </p:cNvPr>
            <p:cNvGrpSpPr/>
            <p:nvPr/>
          </p:nvGrpSpPr>
          <p:grpSpPr>
            <a:xfrm>
              <a:off x="10211553" y="2091417"/>
              <a:ext cx="1535521" cy="452190"/>
              <a:chOff x="2450232" y="4994256"/>
              <a:chExt cx="2843559" cy="837390"/>
            </a:xfrm>
          </p:grpSpPr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9D2F2CD3-1A2F-942C-066E-C4B276B8617D}"/>
                  </a:ext>
                </a:extLst>
              </p:cNvPr>
              <p:cNvGrpSpPr/>
              <p:nvPr/>
            </p:nvGrpSpPr>
            <p:grpSpPr>
              <a:xfrm>
                <a:off x="2450232" y="4994256"/>
                <a:ext cx="2843559" cy="775533"/>
                <a:chOff x="212144" y="230658"/>
                <a:chExt cx="3882204" cy="1058806"/>
              </a:xfrm>
            </p:grpSpPr>
            <p:pic>
              <p:nvPicPr>
                <p:cNvPr id="205" name="Picture 204">
                  <a:extLst>
                    <a:ext uri="{FF2B5EF4-FFF2-40B4-BE49-F238E27FC236}">
                      <a16:creationId xmlns:a16="http://schemas.microsoft.com/office/drawing/2014/main" id="{6A511A14-DEFE-9320-2841-4C369AEE9B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20755" r="20449" b="67310"/>
                <a:stretch/>
              </p:blipFill>
              <p:spPr>
                <a:xfrm>
                  <a:off x="1581521" y="230658"/>
                  <a:ext cx="1143454" cy="988504"/>
                </a:xfrm>
                <a:prstGeom prst="rect">
                  <a:avLst/>
                </a:prstGeom>
              </p:spPr>
            </p:pic>
            <p:grpSp>
              <p:nvGrpSpPr>
                <p:cNvPr id="206" name="Group 205">
                  <a:extLst>
                    <a:ext uri="{FF2B5EF4-FFF2-40B4-BE49-F238E27FC236}">
                      <a16:creationId xmlns:a16="http://schemas.microsoft.com/office/drawing/2014/main" id="{34367894-3B9B-1F2B-2CA4-0B85764DA68C}"/>
                    </a:ext>
                  </a:extLst>
                </p:cNvPr>
                <p:cNvGrpSpPr/>
                <p:nvPr/>
              </p:nvGrpSpPr>
              <p:grpSpPr>
                <a:xfrm>
                  <a:off x="212144" y="375064"/>
                  <a:ext cx="3882204" cy="914400"/>
                  <a:chOff x="212144" y="375064"/>
                  <a:chExt cx="3882204" cy="914400"/>
                </a:xfrm>
              </p:grpSpPr>
              <p:pic>
                <p:nvPicPr>
                  <p:cNvPr id="207" name="Graphic 206" descr="Volume with solid fill">
                    <a:extLst>
                      <a:ext uri="{FF2B5EF4-FFF2-40B4-BE49-F238E27FC236}">
                        <a16:creationId xmlns:a16="http://schemas.microsoft.com/office/drawing/2014/main" id="{61EB2F50-96AF-4C97-37AF-6362A1F034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rcRect l="1" r="-5625"/>
                  <a:stretch/>
                </p:blipFill>
                <p:spPr>
                  <a:xfrm>
                    <a:off x="212144" y="375064"/>
                    <a:ext cx="965837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208" name="Graphic 207" descr="Volume with solid fill">
                    <a:extLst>
                      <a:ext uri="{FF2B5EF4-FFF2-40B4-BE49-F238E27FC236}">
                        <a16:creationId xmlns:a16="http://schemas.microsoft.com/office/drawing/2014/main" id="{05BB5901-1364-BEF2-7C94-68B73FEB88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rcRect l="1" r="45452"/>
                  <a:stretch/>
                </p:blipFill>
                <p:spPr>
                  <a:xfrm flipH="1">
                    <a:off x="3595566" y="375064"/>
                    <a:ext cx="498782" cy="914400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204" name="Picture 203" descr="Icon&#10;&#10;Description automatically generated">
                <a:extLst>
                  <a:ext uri="{FF2B5EF4-FFF2-40B4-BE49-F238E27FC236}">
                    <a16:creationId xmlns:a16="http://schemas.microsoft.com/office/drawing/2014/main" id="{D50B1466-DC75-7614-2165-2BBBB96310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132" t="39482" r="37732" b="26084"/>
              <a:stretch/>
            </p:blipFill>
            <p:spPr>
              <a:xfrm>
                <a:off x="3120472" y="5038169"/>
                <a:ext cx="212105" cy="793477"/>
              </a:xfrm>
              <a:prstGeom prst="rect">
                <a:avLst/>
              </a:prstGeom>
            </p:spPr>
          </p:pic>
        </p:grp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291ACCC5-4C2D-2575-0F2B-D02A84C1407C}"/>
                </a:ext>
              </a:extLst>
            </p:cNvPr>
            <p:cNvSpPr txBox="1"/>
            <p:nvPr/>
          </p:nvSpPr>
          <p:spPr>
            <a:xfrm>
              <a:off x="9225621" y="1189647"/>
              <a:ext cx="19333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Combined task</a:t>
              </a:r>
            </a:p>
          </p:txBody>
        </p:sp>
        <p:sp>
          <p:nvSpPr>
            <p:cNvPr id="193" name="Arrow: Right 192">
              <a:extLst>
                <a:ext uri="{FF2B5EF4-FFF2-40B4-BE49-F238E27FC236}">
                  <a16:creationId xmlns:a16="http://schemas.microsoft.com/office/drawing/2014/main" id="{A1C4B42A-519D-0D3E-7711-59C331B9BD36}"/>
                </a:ext>
              </a:extLst>
            </p:cNvPr>
            <p:cNvSpPr/>
            <p:nvPr/>
          </p:nvSpPr>
          <p:spPr>
            <a:xfrm rot="16200000" flipV="1">
              <a:off x="9252102" y="1731883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4" name="Arrow: Right 193">
              <a:extLst>
                <a:ext uri="{FF2B5EF4-FFF2-40B4-BE49-F238E27FC236}">
                  <a16:creationId xmlns:a16="http://schemas.microsoft.com/office/drawing/2014/main" id="{F5884D18-E605-B25A-FDCC-7BB415FF1043}"/>
                </a:ext>
              </a:extLst>
            </p:cNvPr>
            <p:cNvSpPr/>
            <p:nvPr/>
          </p:nvSpPr>
          <p:spPr>
            <a:xfrm rot="16200000" flipV="1">
              <a:off x="8565728" y="2226689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5" name="Arrow: Right 194">
              <a:extLst>
                <a:ext uri="{FF2B5EF4-FFF2-40B4-BE49-F238E27FC236}">
                  <a16:creationId xmlns:a16="http://schemas.microsoft.com/office/drawing/2014/main" id="{72970380-22FE-A42F-0022-1BC3C3C31C0E}"/>
                </a:ext>
              </a:extLst>
            </p:cNvPr>
            <p:cNvSpPr/>
            <p:nvPr/>
          </p:nvSpPr>
          <p:spPr>
            <a:xfrm rot="5400000" flipV="1">
              <a:off x="11128941" y="1707636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6" name="Arrow: Right 195">
              <a:extLst>
                <a:ext uri="{FF2B5EF4-FFF2-40B4-BE49-F238E27FC236}">
                  <a16:creationId xmlns:a16="http://schemas.microsoft.com/office/drawing/2014/main" id="{02175658-0480-7055-80BB-BDBA7AAAAC09}"/>
                </a:ext>
              </a:extLst>
            </p:cNvPr>
            <p:cNvSpPr/>
            <p:nvPr/>
          </p:nvSpPr>
          <p:spPr>
            <a:xfrm rot="5400000" flipV="1">
              <a:off x="10409443" y="2243693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1BDAFCA-266D-B6FF-68E1-517AF3C3DADC}"/>
              </a:ext>
            </a:extLst>
          </p:cNvPr>
          <p:cNvGrpSpPr/>
          <p:nvPr/>
        </p:nvGrpSpPr>
        <p:grpSpPr>
          <a:xfrm>
            <a:off x="5414024" y="1186412"/>
            <a:ext cx="2185655" cy="1457386"/>
            <a:chOff x="5414024" y="1186412"/>
            <a:chExt cx="2185655" cy="1457386"/>
          </a:xfrm>
        </p:grpSpPr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1222B9E7-238D-F6CF-9552-CAB667E56D7B}"/>
                </a:ext>
              </a:extLst>
            </p:cNvPr>
            <p:cNvGrpSpPr/>
            <p:nvPr/>
          </p:nvGrpSpPr>
          <p:grpSpPr>
            <a:xfrm>
              <a:off x="5414024" y="1186412"/>
              <a:ext cx="2185655" cy="1454619"/>
              <a:chOff x="4611384" y="1186412"/>
              <a:chExt cx="2185655" cy="1454619"/>
            </a:xfrm>
          </p:grpSpPr>
          <p:grpSp>
            <p:nvGrpSpPr>
              <p:cNvPr id="258" name="Group 257">
                <a:extLst>
                  <a:ext uri="{FF2B5EF4-FFF2-40B4-BE49-F238E27FC236}">
                    <a16:creationId xmlns:a16="http://schemas.microsoft.com/office/drawing/2014/main" id="{0212472C-CAAE-0EFF-8D87-E48788BF0853}"/>
                  </a:ext>
                </a:extLst>
              </p:cNvPr>
              <p:cNvGrpSpPr/>
              <p:nvPr/>
            </p:nvGrpSpPr>
            <p:grpSpPr>
              <a:xfrm>
                <a:off x="4845133" y="1571742"/>
                <a:ext cx="1580228" cy="1069289"/>
                <a:chOff x="6802515" y="3127126"/>
                <a:chExt cx="2843559" cy="1924144"/>
              </a:xfrm>
            </p:grpSpPr>
            <p:grpSp>
              <p:nvGrpSpPr>
                <p:cNvPr id="260" name="Group 259">
                  <a:extLst>
                    <a:ext uri="{FF2B5EF4-FFF2-40B4-BE49-F238E27FC236}">
                      <a16:creationId xmlns:a16="http://schemas.microsoft.com/office/drawing/2014/main" id="{B393B638-9840-84DF-B581-AEFD0F89FE30}"/>
                    </a:ext>
                  </a:extLst>
                </p:cNvPr>
                <p:cNvGrpSpPr/>
                <p:nvPr/>
              </p:nvGrpSpPr>
              <p:grpSpPr>
                <a:xfrm>
                  <a:off x="6802515" y="4213881"/>
                  <a:ext cx="2843559" cy="837389"/>
                  <a:chOff x="786159" y="2427668"/>
                  <a:chExt cx="2843559" cy="837389"/>
                </a:xfrm>
              </p:grpSpPr>
              <p:grpSp>
                <p:nvGrpSpPr>
                  <p:cNvPr id="270" name="Group 269">
                    <a:extLst>
                      <a:ext uri="{FF2B5EF4-FFF2-40B4-BE49-F238E27FC236}">
                        <a16:creationId xmlns:a16="http://schemas.microsoft.com/office/drawing/2014/main" id="{5B7D8A15-A78B-09A3-62AF-347003FA264A}"/>
                      </a:ext>
                    </a:extLst>
                  </p:cNvPr>
                  <p:cNvGrpSpPr/>
                  <p:nvPr/>
                </p:nvGrpSpPr>
                <p:grpSpPr>
                  <a:xfrm>
                    <a:off x="786159" y="2427668"/>
                    <a:ext cx="2843559" cy="837389"/>
                    <a:chOff x="460286" y="1425518"/>
                    <a:chExt cx="2843559" cy="837389"/>
                  </a:xfrm>
                </p:grpSpPr>
                <p:grpSp>
                  <p:nvGrpSpPr>
                    <p:cNvPr id="272" name="Group 271">
                      <a:extLst>
                        <a:ext uri="{FF2B5EF4-FFF2-40B4-BE49-F238E27FC236}">
                          <a16:creationId xmlns:a16="http://schemas.microsoft.com/office/drawing/2014/main" id="{9456BABB-E6D1-E23C-5788-0994928A1F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0286" y="1425518"/>
                      <a:ext cx="2843559" cy="775533"/>
                      <a:chOff x="212145" y="230658"/>
                      <a:chExt cx="3882205" cy="1058806"/>
                    </a:xfrm>
                  </p:grpSpPr>
                  <p:pic>
                    <p:nvPicPr>
                      <p:cNvPr id="274" name="Picture 273">
                        <a:extLst>
                          <a:ext uri="{FF2B5EF4-FFF2-40B4-BE49-F238E27FC236}">
                            <a16:creationId xmlns:a16="http://schemas.microsoft.com/office/drawing/2014/main" id="{8F7B45AE-EEB5-6087-3489-3BB243589B1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6"/>
                      <a:srcRect l="20755" r="20449" b="67310"/>
                      <a:stretch/>
                    </p:blipFill>
                    <p:spPr>
                      <a:xfrm>
                        <a:off x="1581521" y="230658"/>
                        <a:ext cx="1143454" cy="988504"/>
                      </a:xfrm>
                      <a:prstGeom prst="rect">
                        <a:avLst/>
                      </a:prstGeom>
                    </p:spPr>
                  </p:pic>
                  <p:grpSp>
                    <p:nvGrpSpPr>
                      <p:cNvPr id="275" name="Group 274">
                        <a:extLst>
                          <a:ext uri="{FF2B5EF4-FFF2-40B4-BE49-F238E27FC236}">
                            <a16:creationId xmlns:a16="http://schemas.microsoft.com/office/drawing/2014/main" id="{8671ECAB-E762-9164-2945-FCA75F1B091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145" y="375064"/>
                        <a:ext cx="3882205" cy="914400"/>
                        <a:chOff x="212145" y="375064"/>
                        <a:chExt cx="3882205" cy="914400"/>
                      </a:xfrm>
                    </p:grpSpPr>
                    <p:pic>
                      <p:nvPicPr>
                        <p:cNvPr id="276" name="Graphic 275" descr="Volume with solid fill">
                          <a:extLst>
                            <a:ext uri="{FF2B5EF4-FFF2-40B4-BE49-F238E27FC236}">
                              <a16:creationId xmlns:a16="http://schemas.microsoft.com/office/drawing/2014/main" id="{B7383E7F-71F4-2FC6-7625-9C051EC95CA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2"/>
                            </a:ext>
                          </a:extLst>
                        </a:blip>
                        <a:srcRect l="1" r="-3113"/>
                        <a:stretch/>
                      </p:blipFill>
                      <p:spPr>
                        <a:xfrm>
                          <a:off x="212145" y="375064"/>
                          <a:ext cx="942864" cy="914400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277" name="Graphic 276" descr="Volume with solid fill">
                          <a:extLst>
                            <a:ext uri="{FF2B5EF4-FFF2-40B4-BE49-F238E27FC236}">
                              <a16:creationId xmlns:a16="http://schemas.microsoft.com/office/drawing/2014/main" id="{CB5B87D6-F03F-2FD5-C615-8D860F68833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2"/>
                            </a:ext>
                          </a:extLst>
                        </a:blip>
                        <a:srcRect r="8537"/>
                        <a:stretch/>
                      </p:blipFill>
                      <p:spPr>
                        <a:xfrm flipH="1">
                          <a:off x="3258008" y="375064"/>
                          <a:ext cx="836342" cy="914400"/>
                        </a:xfrm>
                        <a:prstGeom prst="rect">
                          <a:avLst/>
                        </a:prstGeom>
                      </p:spPr>
                    </p:pic>
                  </p:grpSp>
                </p:grpSp>
                <p:pic>
                  <p:nvPicPr>
                    <p:cNvPr id="273" name="Picture 272" descr="Icon&#10;&#10;Description automatically generated">
                      <a:extLst>
                        <a:ext uri="{FF2B5EF4-FFF2-40B4-BE49-F238E27FC236}">
                          <a16:creationId xmlns:a16="http://schemas.microsoft.com/office/drawing/2014/main" id="{8341FA46-C855-3836-A7E8-3DAC476E94E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56132" t="39482" r="37732" b="26084"/>
                    <a:stretch/>
                  </p:blipFill>
                  <p:spPr>
                    <a:xfrm>
                      <a:off x="2463377" y="1469430"/>
                      <a:ext cx="212105" cy="793477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71" name="Picture 270" descr="Icon&#10;&#10;Description automatically generated">
                    <a:extLst>
                      <a:ext uri="{FF2B5EF4-FFF2-40B4-BE49-F238E27FC236}">
                        <a16:creationId xmlns:a16="http://schemas.microsoft.com/office/drawing/2014/main" id="{721C2957-9CE1-1378-0626-E40CDBB489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6132" t="39482" r="37732" b="26084"/>
                  <a:stretch/>
                </p:blipFill>
                <p:spPr>
                  <a:xfrm>
                    <a:off x="1426147" y="2456622"/>
                    <a:ext cx="212105" cy="79347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61" name="Group 260">
                  <a:extLst>
                    <a:ext uri="{FF2B5EF4-FFF2-40B4-BE49-F238E27FC236}">
                      <a16:creationId xmlns:a16="http://schemas.microsoft.com/office/drawing/2014/main" id="{52AA61D2-7CBF-D5A7-BDED-9D59547D24CF}"/>
                    </a:ext>
                  </a:extLst>
                </p:cNvPr>
                <p:cNvGrpSpPr/>
                <p:nvPr/>
              </p:nvGrpSpPr>
              <p:grpSpPr>
                <a:xfrm>
                  <a:off x="6802515" y="3127126"/>
                  <a:ext cx="2843559" cy="837504"/>
                  <a:chOff x="786159" y="3612296"/>
                  <a:chExt cx="2843559" cy="837504"/>
                </a:xfrm>
              </p:grpSpPr>
              <p:grpSp>
                <p:nvGrpSpPr>
                  <p:cNvPr id="262" name="Group 261">
                    <a:extLst>
                      <a:ext uri="{FF2B5EF4-FFF2-40B4-BE49-F238E27FC236}">
                        <a16:creationId xmlns:a16="http://schemas.microsoft.com/office/drawing/2014/main" id="{A16DD64F-E4E0-194C-93F4-786BDA29AD0D}"/>
                      </a:ext>
                    </a:extLst>
                  </p:cNvPr>
                  <p:cNvGrpSpPr/>
                  <p:nvPr/>
                </p:nvGrpSpPr>
                <p:grpSpPr>
                  <a:xfrm>
                    <a:off x="786159" y="3612296"/>
                    <a:ext cx="2843559" cy="837389"/>
                    <a:chOff x="2440007" y="3669652"/>
                    <a:chExt cx="2843559" cy="837389"/>
                  </a:xfrm>
                </p:grpSpPr>
                <p:grpSp>
                  <p:nvGrpSpPr>
                    <p:cNvPr id="264" name="Group 263">
                      <a:extLst>
                        <a:ext uri="{FF2B5EF4-FFF2-40B4-BE49-F238E27FC236}">
                          <a16:creationId xmlns:a16="http://schemas.microsoft.com/office/drawing/2014/main" id="{6FD40843-3083-F65A-BBCE-989A016A0D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40007" y="3669652"/>
                      <a:ext cx="2843559" cy="775533"/>
                      <a:chOff x="212144" y="230658"/>
                      <a:chExt cx="3882204" cy="1058806"/>
                    </a:xfrm>
                  </p:grpSpPr>
                  <p:pic>
                    <p:nvPicPr>
                      <p:cNvPr id="266" name="Picture 265">
                        <a:extLst>
                          <a:ext uri="{FF2B5EF4-FFF2-40B4-BE49-F238E27FC236}">
                            <a16:creationId xmlns:a16="http://schemas.microsoft.com/office/drawing/2014/main" id="{DBFE30E8-D930-4516-3780-DFF5642D7E6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6"/>
                      <a:srcRect l="20755" r="20449" b="67310"/>
                      <a:stretch/>
                    </p:blipFill>
                    <p:spPr>
                      <a:xfrm>
                        <a:off x="1581521" y="230658"/>
                        <a:ext cx="1143454" cy="988504"/>
                      </a:xfrm>
                      <a:prstGeom prst="rect">
                        <a:avLst/>
                      </a:prstGeom>
                    </p:spPr>
                  </p:pic>
                  <p:grpSp>
                    <p:nvGrpSpPr>
                      <p:cNvPr id="267" name="Group 266">
                        <a:extLst>
                          <a:ext uri="{FF2B5EF4-FFF2-40B4-BE49-F238E27FC236}">
                            <a16:creationId xmlns:a16="http://schemas.microsoft.com/office/drawing/2014/main" id="{5B88161F-DC9D-CFDB-7E1C-98F86F719BB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12144" y="375064"/>
                        <a:ext cx="3882204" cy="914400"/>
                        <a:chOff x="212144" y="375064"/>
                        <a:chExt cx="3882204" cy="914400"/>
                      </a:xfrm>
                    </p:grpSpPr>
                    <p:pic>
                      <p:nvPicPr>
                        <p:cNvPr id="268" name="Graphic 267" descr="Volume with solid fill">
                          <a:extLst>
                            <a:ext uri="{FF2B5EF4-FFF2-40B4-BE49-F238E27FC236}">
                              <a16:creationId xmlns:a16="http://schemas.microsoft.com/office/drawing/2014/main" id="{735F498D-2534-6E79-1FAD-6D4FD943287A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0"/>
                            </a:ext>
                          </a:extLst>
                        </a:blip>
                        <a:srcRect l="1" r="-5625"/>
                        <a:stretch/>
                      </p:blipFill>
                      <p:spPr>
                        <a:xfrm>
                          <a:off x="212144" y="375064"/>
                          <a:ext cx="965837" cy="914400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269" name="Graphic 268" descr="Volume with solid fill">
                          <a:extLst>
                            <a:ext uri="{FF2B5EF4-FFF2-40B4-BE49-F238E27FC236}">
                              <a16:creationId xmlns:a16="http://schemas.microsoft.com/office/drawing/2014/main" id="{A579E2D8-4DA4-183A-591E-9DE22AB2F4E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0"/>
                            </a:ext>
                          </a:extLst>
                        </a:blip>
                        <a:srcRect l="1" r="6180"/>
                        <a:stretch/>
                      </p:blipFill>
                      <p:spPr>
                        <a:xfrm flipH="1">
                          <a:off x="3236468" y="375064"/>
                          <a:ext cx="857880" cy="914400"/>
                        </a:xfrm>
                        <a:prstGeom prst="rect">
                          <a:avLst/>
                        </a:prstGeom>
                      </p:spPr>
                    </p:pic>
                  </p:grpSp>
                </p:grpSp>
                <p:pic>
                  <p:nvPicPr>
                    <p:cNvPr id="265" name="Picture 264" descr="Logo&#10;&#10;Description automatically generated with medium confidence">
                      <a:extLst>
                        <a:ext uri="{FF2B5EF4-FFF2-40B4-BE49-F238E27FC236}">
                          <a16:creationId xmlns:a16="http://schemas.microsoft.com/office/drawing/2014/main" id="{21B37D7B-112E-DEB6-706D-21C741AE877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55975" t="35211" r="37889" b="30349"/>
                    <a:stretch/>
                  </p:blipFill>
                  <p:spPr>
                    <a:xfrm>
                      <a:off x="3119147" y="3713564"/>
                      <a:ext cx="212064" cy="793477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263" name="Picture 262" descr="Logo&#10;&#10;Description automatically generated with medium confidence">
                    <a:extLst>
                      <a:ext uri="{FF2B5EF4-FFF2-40B4-BE49-F238E27FC236}">
                        <a16:creationId xmlns:a16="http://schemas.microsoft.com/office/drawing/2014/main" id="{201F5A76-F275-CAB1-4DB5-154950783EA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5975" t="35211" r="37889" b="30349"/>
                  <a:stretch/>
                </p:blipFill>
                <p:spPr>
                  <a:xfrm>
                    <a:off x="2771477" y="3656323"/>
                    <a:ext cx="212064" cy="793477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7C9908E7-9A60-F616-36F8-5F1F3EE54895}"/>
                  </a:ext>
                </a:extLst>
              </p:cNvPr>
              <p:cNvSpPr txBox="1"/>
              <p:nvPr/>
            </p:nvSpPr>
            <p:spPr>
              <a:xfrm>
                <a:off x="4611384" y="1186412"/>
                <a:ext cx="218565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Frequency direction</a:t>
                </a:r>
              </a:p>
            </p:txBody>
          </p:sp>
        </p:grpSp>
        <p:sp>
          <p:nvSpPr>
            <p:cNvPr id="254" name="Arrow: Right 253">
              <a:extLst>
                <a:ext uri="{FF2B5EF4-FFF2-40B4-BE49-F238E27FC236}">
                  <a16:creationId xmlns:a16="http://schemas.microsoft.com/office/drawing/2014/main" id="{260A1D6E-D797-C0E4-ECD5-2CEC50385351}"/>
                </a:ext>
              </a:extLst>
            </p:cNvPr>
            <p:cNvSpPr/>
            <p:nvPr/>
          </p:nvSpPr>
          <p:spPr>
            <a:xfrm rot="16200000" flipV="1">
              <a:off x="5860661" y="1702612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5" name="Arrow: Right 254">
              <a:extLst>
                <a:ext uri="{FF2B5EF4-FFF2-40B4-BE49-F238E27FC236}">
                  <a16:creationId xmlns:a16="http://schemas.microsoft.com/office/drawing/2014/main" id="{DAB23AC0-2757-1625-E217-2B4A3FE1ADD4}"/>
                </a:ext>
              </a:extLst>
            </p:cNvPr>
            <p:cNvSpPr/>
            <p:nvPr/>
          </p:nvSpPr>
          <p:spPr>
            <a:xfrm rot="16200000" flipV="1">
              <a:off x="6585372" y="1707289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6" name="Arrow: Right 255">
              <a:extLst>
                <a:ext uri="{FF2B5EF4-FFF2-40B4-BE49-F238E27FC236}">
                  <a16:creationId xmlns:a16="http://schemas.microsoft.com/office/drawing/2014/main" id="{9C4D2E29-5E56-9D8D-1B7A-51A1167B8308}"/>
                </a:ext>
              </a:extLst>
            </p:cNvPr>
            <p:cNvSpPr/>
            <p:nvPr/>
          </p:nvSpPr>
          <p:spPr>
            <a:xfrm rot="5400000" flipV="1">
              <a:off x="6593268" y="2306975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7" name="Arrow: Right 256">
              <a:extLst>
                <a:ext uri="{FF2B5EF4-FFF2-40B4-BE49-F238E27FC236}">
                  <a16:creationId xmlns:a16="http://schemas.microsoft.com/office/drawing/2014/main" id="{4ADF0D2C-C05E-9B71-3438-57B05963D84F}"/>
                </a:ext>
              </a:extLst>
            </p:cNvPr>
            <p:cNvSpPr/>
            <p:nvPr/>
          </p:nvSpPr>
          <p:spPr>
            <a:xfrm rot="5400000" flipV="1">
              <a:off x="5839928" y="2314114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18817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>
            <a:extLst>
              <a:ext uri="{FF2B5EF4-FFF2-40B4-BE49-F238E27FC236}">
                <a16:creationId xmlns:a16="http://schemas.microsoft.com/office/drawing/2014/main" id="{A2206113-663B-0F8C-7ED8-45E23F56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060"/>
            <a:ext cx="10515600" cy="563254"/>
          </a:xfrm>
        </p:spPr>
        <p:txBody>
          <a:bodyPr>
            <a:normAutofit/>
          </a:bodyPr>
          <a:lstStyle/>
          <a:p>
            <a:pPr algn="ctr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Training mice on a task decomposition paradigm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3C5DD5-DEE2-E93A-B787-0C55F1362F0F}"/>
              </a:ext>
            </a:extLst>
          </p:cNvPr>
          <p:cNvGrpSpPr/>
          <p:nvPr/>
        </p:nvGrpSpPr>
        <p:grpSpPr>
          <a:xfrm>
            <a:off x="3330897" y="2638114"/>
            <a:ext cx="4997599" cy="850468"/>
            <a:chOff x="6396290" y="3901239"/>
            <a:chExt cx="4997599" cy="85046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366DDA2-2588-3673-F7DA-8195E4216296}"/>
                </a:ext>
              </a:extLst>
            </p:cNvPr>
            <p:cNvSpPr txBox="1"/>
            <p:nvPr/>
          </p:nvSpPr>
          <p:spPr>
            <a:xfrm>
              <a:off x="6396290" y="4273840"/>
              <a:ext cx="13316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Combined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D989B7-EA44-FC11-FA73-29B7B20E401D}"/>
                </a:ext>
              </a:extLst>
            </p:cNvPr>
            <p:cNvSpPr txBox="1"/>
            <p:nvPr/>
          </p:nvSpPr>
          <p:spPr>
            <a:xfrm>
              <a:off x="8568125" y="4290043"/>
              <a:ext cx="12641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Localization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FD8AC7-74AE-6A2F-AE54-2D196B601746}"/>
                </a:ext>
              </a:extLst>
            </p:cNvPr>
            <p:cNvSpPr txBox="1"/>
            <p:nvPr/>
          </p:nvSpPr>
          <p:spPr>
            <a:xfrm>
              <a:off x="10201154" y="4166932"/>
              <a:ext cx="11927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Frequency direction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E522D6E-8EE3-6CBE-1C50-48F8EB7CAFB6}"/>
                </a:ext>
              </a:extLst>
            </p:cNvPr>
            <p:cNvCxnSpPr>
              <a:cxnSpLocks/>
            </p:cNvCxnSpPr>
            <p:nvPr/>
          </p:nvCxnSpPr>
          <p:spPr>
            <a:xfrm>
              <a:off x="7883693" y="4459320"/>
              <a:ext cx="48200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4EC96F3-C237-983A-0236-51DA17F3300A}"/>
                </a:ext>
              </a:extLst>
            </p:cNvPr>
            <p:cNvSpPr txBox="1"/>
            <p:nvPr/>
          </p:nvSpPr>
          <p:spPr>
            <a:xfrm>
              <a:off x="9758233" y="4288900"/>
              <a:ext cx="4525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3EC835-392D-C387-15E3-509735538DA6}"/>
                </a:ext>
              </a:extLst>
            </p:cNvPr>
            <p:cNvSpPr txBox="1"/>
            <p:nvPr/>
          </p:nvSpPr>
          <p:spPr>
            <a:xfrm>
              <a:off x="6564853" y="3901239"/>
              <a:ext cx="2453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Task decomposition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0212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arrow&#10;&#10;Description automatically generated">
            <a:extLst>
              <a:ext uri="{FF2B5EF4-FFF2-40B4-BE49-F238E27FC236}">
                <a16:creationId xmlns:a16="http://schemas.microsoft.com/office/drawing/2014/main" id="{E2D28EE4-3C4D-5944-3A57-088199541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833" y="2898394"/>
            <a:ext cx="4410465" cy="3575311"/>
          </a:xfrm>
          <a:prstGeom prst="rect">
            <a:avLst/>
          </a:prstGeom>
        </p:spPr>
      </p:pic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645C1718-1DA0-AC98-795E-89E7F1551F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342" y="2895139"/>
            <a:ext cx="4410465" cy="3575311"/>
          </a:xfrm>
          <a:prstGeom prst="rect">
            <a:avLst/>
          </a:prstGeom>
        </p:spPr>
      </p:pic>
      <p:sp>
        <p:nvSpPr>
          <p:cNvPr id="86" name="Title 1">
            <a:extLst>
              <a:ext uri="{FF2B5EF4-FFF2-40B4-BE49-F238E27FC236}">
                <a16:creationId xmlns:a16="http://schemas.microsoft.com/office/drawing/2014/main" id="{A2206113-663B-0F8C-7ED8-45E23F56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060"/>
            <a:ext cx="10515600" cy="563254"/>
          </a:xfrm>
        </p:spPr>
        <p:txBody>
          <a:bodyPr>
            <a:normAutofit/>
          </a:bodyPr>
          <a:lstStyle/>
          <a:p>
            <a:pPr algn="ctr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Mice show differential performance by foil type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3AA95D-EFF4-3DDD-3BC1-71C9DE1FD82E}"/>
              </a:ext>
            </a:extLst>
          </p:cNvPr>
          <p:cNvSpPr txBox="1"/>
          <p:nvPr/>
        </p:nvSpPr>
        <p:spPr>
          <a:xfrm>
            <a:off x="120404" y="1796834"/>
            <a:ext cx="1652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Task decomposition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3292181-DB4D-CE08-09B5-86AD210F340A}"/>
              </a:ext>
            </a:extLst>
          </p:cNvPr>
          <p:cNvGrpSpPr/>
          <p:nvPr/>
        </p:nvGrpSpPr>
        <p:grpSpPr>
          <a:xfrm>
            <a:off x="10250766" y="4140018"/>
            <a:ext cx="1535521" cy="452190"/>
            <a:chOff x="460286" y="1425518"/>
            <a:chExt cx="2843559" cy="837389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A7F68A9-9429-8DE7-7BE2-259155A406D5}"/>
                </a:ext>
              </a:extLst>
            </p:cNvPr>
            <p:cNvGrpSpPr/>
            <p:nvPr/>
          </p:nvGrpSpPr>
          <p:grpSpPr>
            <a:xfrm>
              <a:off x="460286" y="1425518"/>
              <a:ext cx="2843559" cy="775533"/>
              <a:chOff x="212145" y="230658"/>
              <a:chExt cx="3882205" cy="1058806"/>
            </a:xfrm>
          </p:grpSpPr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663556CB-AA1B-A9B6-3D9F-2227AC356B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20755" r="20449" b="67310"/>
              <a:stretch/>
            </p:blipFill>
            <p:spPr>
              <a:xfrm>
                <a:off x="1581521" y="230658"/>
                <a:ext cx="1143454" cy="988504"/>
              </a:xfrm>
              <a:prstGeom prst="rect">
                <a:avLst/>
              </a:prstGeom>
            </p:spPr>
          </p:pic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BD43EEB-D3E4-499D-A227-193F7CF571EB}"/>
                  </a:ext>
                </a:extLst>
              </p:cNvPr>
              <p:cNvGrpSpPr/>
              <p:nvPr/>
            </p:nvGrpSpPr>
            <p:grpSpPr>
              <a:xfrm>
                <a:off x="212145" y="375064"/>
                <a:ext cx="3882205" cy="914400"/>
                <a:chOff x="212145" y="375064"/>
                <a:chExt cx="3882205" cy="914400"/>
              </a:xfrm>
            </p:grpSpPr>
            <p:pic>
              <p:nvPicPr>
                <p:cNvPr id="65" name="Graphic 64" descr="Volume with solid fill">
                  <a:extLst>
                    <a:ext uri="{FF2B5EF4-FFF2-40B4-BE49-F238E27FC236}">
                      <a16:creationId xmlns:a16="http://schemas.microsoft.com/office/drawing/2014/main" id="{1069DB0F-551D-326A-E25E-E41FB47048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l="1" r="47695"/>
                <a:stretch/>
              </p:blipFill>
              <p:spPr>
                <a:xfrm>
                  <a:off x="212145" y="375064"/>
                  <a:ext cx="478273" cy="914400"/>
                </a:xfrm>
                <a:prstGeom prst="rect">
                  <a:avLst/>
                </a:prstGeom>
              </p:spPr>
            </p:pic>
            <p:pic>
              <p:nvPicPr>
                <p:cNvPr id="66" name="Graphic 65" descr="Volume with solid fill">
                  <a:extLst>
                    <a:ext uri="{FF2B5EF4-FFF2-40B4-BE49-F238E27FC236}">
                      <a16:creationId xmlns:a16="http://schemas.microsoft.com/office/drawing/2014/main" id="{5C01828B-61B3-8326-2EAB-2B030473C0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r="8537"/>
                <a:stretch/>
              </p:blipFill>
              <p:spPr>
                <a:xfrm flipH="1">
                  <a:off x="3258008" y="375064"/>
                  <a:ext cx="836342" cy="914400"/>
                </a:xfrm>
                <a:prstGeom prst="rect">
                  <a:avLst/>
                </a:prstGeom>
              </p:spPr>
            </p:pic>
          </p:grpSp>
        </p:grpSp>
        <p:pic>
          <p:nvPicPr>
            <p:cNvPr id="62" name="Picture 61" descr="Icon&#10;&#10;Description automatically generated">
              <a:extLst>
                <a:ext uri="{FF2B5EF4-FFF2-40B4-BE49-F238E27FC236}">
                  <a16:creationId xmlns:a16="http://schemas.microsoft.com/office/drawing/2014/main" id="{DEF2969F-FC3B-EBBD-ED3A-B0111022E4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132" t="39482" r="37732" b="26084"/>
            <a:stretch/>
          </p:blipFill>
          <p:spPr>
            <a:xfrm>
              <a:off x="2463377" y="1469430"/>
              <a:ext cx="212105" cy="793477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0AFD113-43C5-D06D-1131-E319BB29F010}"/>
              </a:ext>
            </a:extLst>
          </p:cNvPr>
          <p:cNvGrpSpPr/>
          <p:nvPr/>
        </p:nvGrpSpPr>
        <p:grpSpPr>
          <a:xfrm>
            <a:off x="10250766" y="3393038"/>
            <a:ext cx="1535521" cy="452190"/>
            <a:chOff x="2440007" y="3669652"/>
            <a:chExt cx="2843559" cy="83738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D5809BB-2422-1C28-D8FF-547F147BA95B}"/>
                </a:ext>
              </a:extLst>
            </p:cNvPr>
            <p:cNvGrpSpPr/>
            <p:nvPr/>
          </p:nvGrpSpPr>
          <p:grpSpPr>
            <a:xfrm>
              <a:off x="2440007" y="3669652"/>
              <a:ext cx="2843559" cy="775533"/>
              <a:chOff x="212144" y="230658"/>
              <a:chExt cx="3882204" cy="1058806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1A0BE79B-2323-E644-9CCB-77084524B4D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20755" r="20449" b="67310"/>
              <a:stretch/>
            </p:blipFill>
            <p:spPr>
              <a:xfrm>
                <a:off x="1581521" y="230658"/>
                <a:ext cx="1143454" cy="988504"/>
              </a:xfrm>
              <a:prstGeom prst="rect">
                <a:avLst/>
              </a:prstGeom>
            </p:spPr>
          </p:pic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10771C6-C248-BE8E-AAA1-A8927F03B5CD}"/>
                  </a:ext>
                </a:extLst>
              </p:cNvPr>
              <p:cNvGrpSpPr/>
              <p:nvPr/>
            </p:nvGrpSpPr>
            <p:grpSpPr>
              <a:xfrm>
                <a:off x="212144" y="375064"/>
                <a:ext cx="3882204" cy="914400"/>
                <a:chOff x="212144" y="375064"/>
                <a:chExt cx="3882204" cy="914400"/>
              </a:xfrm>
            </p:grpSpPr>
            <p:pic>
              <p:nvPicPr>
                <p:cNvPr id="59" name="Graphic 58" descr="Volume with solid fill">
                  <a:extLst>
                    <a:ext uri="{FF2B5EF4-FFF2-40B4-BE49-F238E27FC236}">
                      <a16:creationId xmlns:a16="http://schemas.microsoft.com/office/drawing/2014/main" id="{37ADCA9C-A1EF-3A41-2E71-C412E6DB9F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l="1" r="-5625"/>
                <a:stretch/>
              </p:blipFill>
              <p:spPr>
                <a:xfrm>
                  <a:off x="212144" y="375064"/>
                  <a:ext cx="965837" cy="914400"/>
                </a:xfrm>
                <a:prstGeom prst="rect">
                  <a:avLst/>
                </a:prstGeom>
              </p:spPr>
            </p:pic>
            <p:pic>
              <p:nvPicPr>
                <p:cNvPr id="60" name="Graphic 59" descr="Volume with solid fill">
                  <a:extLst>
                    <a:ext uri="{FF2B5EF4-FFF2-40B4-BE49-F238E27FC236}">
                      <a16:creationId xmlns:a16="http://schemas.microsoft.com/office/drawing/2014/main" id="{AC04C76E-F54F-D9EC-F602-9C7953CA17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l="1" r="45452"/>
                <a:stretch/>
              </p:blipFill>
              <p:spPr>
                <a:xfrm flipH="1">
                  <a:off x="3595566" y="375064"/>
                  <a:ext cx="498782" cy="914400"/>
                </a:xfrm>
                <a:prstGeom prst="rect">
                  <a:avLst/>
                </a:prstGeom>
              </p:spPr>
            </p:pic>
          </p:grpSp>
        </p:grpSp>
        <p:pic>
          <p:nvPicPr>
            <p:cNvPr id="56" name="Picture 55" descr="Logo&#10;&#10;Description automatically generated with medium confidence">
              <a:extLst>
                <a:ext uri="{FF2B5EF4-FFF2-40B4-BE49-F238E27FC236}">
                  <a16:creationId xmlns:a16="http://schemas.microsoft.com/office/drawing/2014/main" id="{90C726B9-B49A-48B7-9352-C63AC248A4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975" t="35211" r="37889" b="30349"/>
            <a:stretch/>
          </p:blipFill>
          <p:spPr>
            <a:xfrm>
              <a:off x="3119147" y="3713564"/>
              <a:ext cx="212064" cy="793477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D500F5-B01A-E251-140C-01F2C0E6D468}"/>
              </a:ext>
            </a:extLst>
          </p:cNvPr>
          <p:cNvGrpSpPr/>
          <p:nvPr/>
        </p:nvGrpSpPr>
        <p:grpSpPr>
          <a:xfrm>
            <a:off x="10260926" y="4793421"/>
            <a:ext cx="1535521" cy="452190"/>
            <a:chOff x="2450232" y="4994256"/>
            <a:chExt cx="2843559" cy="83739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77AADBD-BD94-6693-7D1F-44C2C9F86A16}"/>
                </a:ext>
              </a:extLst>
            </p:cNvPr>
            <p:cNvGrpSpPr/>
            <p:nvPr/>
          </p:nvGrpSpPr>
          <p:grpSpPr>
            <a:xfrm>
              <a:off x="2450232" y="4994256"/>
              <a:ext cx="2843559" cy="775533"/>
              <a:chOff x="212144" y="230658"/>
              <a:chExt cx="3882204" cy="1058806"/>
            </a:xfrm>
          </p:grpSpPr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E776609A-3CF3-77E6-34AF-0546BC503D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20755" r="20449" b="67310"/>
              <a:stretch/>
            </p:blipFill>
            <p:spPr>
              <a:xfrm>
                <a:off x="1581521" y="230658"/>
                <a:ext cx="1143454" cy="988504"/>
              </a:xfrm>
              <a:prstGeom prst="rect">
                <a:avLst/>
              </a:prstGeom>
            </p:spPr>
          </p:pic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EBA046C0-2289-B61E-7965-54CB1DC0E369}"/>
                  </a:ext>
                </a:extLst>
              </p:cNvPr>
              <p:cNvGrpSpPr/>
              <p:nvPr/>
            </p:nvGrpSpPr>
            <p:grpSpPr>
              <a:xfrm>
                <a:off x="212144" y="375064"/>
                <a:ext cx="3882204" cy="914400"/>
                <a:chOff x="212144" y="375064"/>
                <a:chExt cx="3882204" cy="914400"/>
              </a:xfrm>
            </p:grpSpPr>
            <p:pic>
              <p:nvPicPr>
                <p:cNvPr id="53" name="Graphic 52" descr="Volume with solid fill">
                  <a:extLst>
                    <a:ext uri="{FF2B5EF4-FFF2-40B4-BE49-F238E27FC236}">
                      <a16:creationId xmlns:a16="http://schemas.microsoft.com/office/drawing/2014/main" id="{6DBE4A83-BD8A-2FED-E1DF-4A0534603D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l="1" r="-5625"/>
                <a:stretch/>
              </p:blipFill>
              <p:spPr>
                <a:xfrm>
                  <a:off x="212144" y="375064"/>
                  <a:ext cx="965837" cy="914400"/>
                </a:xfrm>
                <a:prstGeom prst="rect">
                  <a:avLst/>
                </a:prstGeom>
              </p:spPr>
            </p:pic>
            <p:pic>
              <p:nvPicPr>
                <p:cNvPr id="54" name="Graphic 53" descr="Volume with solid fill">
                  <a:extLst>
                    <a:ext uri="{FF2B5EF4-FFF2-40B4-BE49-F238E27FC236}">
                      <a16:creationId xmlns:a16="http://schemas.microsoft.com/office/drawing/2014/main" id="{4117198C-FAFB-5828-6698-00D9AB266B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l="1" r="45452"/>
                <a:stretch/>
              </p:blipFill>
              <p:spPr>
                <a:xfrm flipH="1">
                  <a:off x="3595566" y="375064"/>
                  <a:ext cx="498782" cy="914400"/>
                </a:xfrm>
                <a:prstGeom prst="rect">
                  <a:avLst/>
                </a:prstGeom>
              </p:spPr>
            </p:pic>
          </p:grpSp>
        </p:grpSp>
        <p:pic>
          <p:nvPicPr>
            <p:cNvPr id="50" name="Picture 49" descr="Icon&#10;&#10;Description automatically generated">
              <a:extLst>
                <a:ext uri="{FF2B5EF4-FFF2-40B4-BE49-F238E27FC236}">
                  <a16:creationId xmlns:a16="http://schemas.microsoft.com/office/drawing/2014/main" id="{B4BEB2D4-ACF3-53FA-583B-27706E3059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132" t="39482" r="37732" b="26084"/>
            <a:stretch/>
          </p:blipFill>
          <p:spPr>
            <a:xfrm>
              <a:off x="3120472" y="5038169"/>
              <a:ext cx="212105" cy="79347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363B883-C9C1-C48E-3709-24773D557AE8}"/>
              </a:ext>
            </a:extLst>
          </p:cNvPr>
          <p:cNvSpPr txBox="1"/>
          <p:nvPr/>
        </p:nvSpPr>
        <p:spPr>
          <a:xfrm>
            <a:off x="7111480" y="2535967"/>
            <a:ext cx="3054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False alarm rate by foil type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52235E-D471-ED11-F791-2A547EF65C78}"/>
              </a:ext>
            </a:extLst>
          </p:cNvPr>
          <p:cNvGrpSpPr/>
          <p:nvPr/>
        </p:nvGrpSpPr>
        <p:grpSpPr>
          <a:xfrm>
            <a:off x="2026371" y="1234756"/>
            <a:ext cx="3365156" cy="1383730"/>
            <a:chOff x="2026371" y="1234756"/>
            <a:chExt cx="3365156" cy="138373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49728C9C-82E4-1E0C-01A6-C54D81E3B314}"/>
                </a:ext>
              </a:extLst>
            </p:cNvPr>
            <p:cNvGrpSpPr/>
            <p:nvPr/>
          </p:nvGrpSpPr>
          <p:grpSpPr>
            <a:xfrm>
              <a:off x="2026371" y="1596077"/>
              <a:ext cx="1504076" cy="493776"/>
              <a:chOff x="501512" y="255149"/>
              <a:chExt cx="3882205" cy="1274497"/>
            </a:xfrm>
          </p:grpSpPr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9BE1B683-D64B-B962-5190-AE9D4849CF0C}"/>
                  </a:ext>
                </a:extLst>
              </p:cNvPr>
              <p:cNvGrpSpPr/>
              <p:nvPr/>
            </p:nvGrpSpPr>
            <p:grpSpPr>
              <a:xfrm>
                <a:off x="501512" y="519470"/>
                <a:ext cx="3882205" cy="914400"/>
                <a:chOff x="212145" y="375064"/>
                <a:chExt cx="3882205" cy="914400"/>
              </a:xfrm>
            </p:grpSpPr>
            <p:pic>
              <p:nvPicPr>
                <p:cNvPr id="161" name="Graphic 160" descr="Volume with solid fill">
                  <a:extLst>
                    <a:ext uri="{FF2B5EF4-FFF2-40B4-BE49-F238E27FC236}">
                      <a16:creationId xmlns:a16="http://schemas.microsoft.com/office/drawing/2014/main" id="{5B17CA28-B694-826A-0EB6-39DC857056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rcRect r="46602"/>
                <a:stretch/>
              </p:blipFill>
              <p:spPr>
                <a:xfrm>
                  <a:off x="212145" y="375064"/>
                  <a:ext cx="488273" cy="914400"/>
                </a:xfrm>
                <a:prstGeom prst="rect">
                  <a:avLst/>
                </a:prstGeom>
              </p:spPr>
            </p:pic>
            <p:pic>
              <p:nvPicPr>
                <p:cNvPr id="162" name="Graphic 161" descr="Volume with solid fill">
                  <a:extLst>
                    <a:ext uri="{FF2B5EF4-FFF2-40B4-BE49-F238E27FC236}">
                      <a16:creationId xmlns:a16="http://schemas.microsoft.com/office/drawing/2014/main" id="{83E125F7-04D7-1D5A-0BE9-30C3B4F0BB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rcRect r="7184"/>
                <a:stretch/>
              </p:blipFill>
              <p:spPr>
                <a:xfrm flipH="1">
                  <a:off x="3245637" y="375064"/>
                  <a:ext cx="848713" cy="914400"/>
                </a:xfrm>
                <a:prstGeom prst="rect">
                  <a:avLst/>
                </a:prstGeom>
              </p:spPr>
            </p:pic>
          </p:grpSp>
          <p:pic>
            <p:nvPicPr>
              <p:cNvPr id="159" name="Picture 158" descr="Logo&#10;&#10;Description automatically generated with medium confidence">
                <a:extLst>
                  <a:ext uri="{FF2B5EF4-FFF2-40B4-BE49-F238E27FC236}">
                    <a16:creationId xmlns:a16="http://schemas.microsoft.com/office/drawing/2014/main" id="{4250C408-24C3-EB0D-D11A-BE3D257C63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975" t="35211" r="37889" b="30349"/>
              <a:stretch/>
            </p:blipFill>
            <p:spPr>
              <a:xfrm>
                <a:off x="3239428" y="423694"/>
                <a:ext cx="295576" cy="1105952"/>
              </a:xfrm>
              <a:prstGeom prst="rect">
                <a:avLst/>
              </a:prstGeom>
            </p:spPr>
          </p:pic>
          <p:pic>
            <p:nvPicPr>
              <p:cNvPr id="160" name="Picture 159">
                <a:extLst>
                  <a:ext uri="{FF2B5EF4-FFF2-40B4-BE49-F238E27FC236}">
                    <a16:creationId xmlns:a16="http://schemas.microsoft.com/office/drawing/2014/main" id="{CD76C257-45E4-416E-DB2C-7CCB1760476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/>
              <a:srcRect l="21063" r="20141" b="63312"/>
              <a:stretch/>
            </p:blipFill>
            <p:spPr>
              <a:xfrm>
                <a:off x="1870888" y="255149"/>
                <a:ext cx="1143454" cy="1178721"/>
              </a:xfrm>
              <a:prstGeom prst="rect">
                <a:avLst/>
              </a:prstGeom>
            </p:spPr>
          </p:pic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B84669AE-6D89-C372-FC1B-933E26C53F79}"/>
                </a:ext>
              </a:extLst>
            </p:cNvPr>
            <p:cNvGrpSpPr/>
            <p:nvPr/>
          </p:nvGrpSpPr>
          <p:grpSpPr>
            <a:xfrm>
              <a:off x="3856006" y="1641477"/>
              <a:ext cx="1535521" cy="452190"/>
              <a:chOff x="460286" y="1425518"/>
              <a:chExt cx="2843560" cy="837389"/>
            </a:xfrm>
          </p:grpSpPr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EA58F007-8B83-2788-3779-E07E37B1F1F3}"/>
                  </a:ext>
                </a:extLst>
              </p:cNvPr>
              <p:cNvGrpSpPr/>
              <p:nvPr/>
            </p:nvGrpSpPr>
            <p:grpSpPr>
              <a:xfrm>
                <a:off x="460286" y="1425518"/>
                <a:ext cx="2843560" cy="775533"/>
                <a:chOff x="212145" y="230658"/>
                <a:chExt cx="3882206" cy="1058806"/>
              </a:xfrm>
            </p:grpSpPr>
            <p:pic>
              <p:nvPicPr>
                <p:cNvPr id="125" name="Picture 124">
                  <a:extLst>
                    <a:ext uri="{FF2B5EF4-FFF2-40B4-BE49-F238E27FC236}">
                      <a16:creationId xmlns:a16="http://schemas.microsoft.com/office/drawing/2014/main" id="{2821FC33-9013-1A7F-B066-323D554674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20755" r="20449" b="67310"/>
                <a:stretch/>
              </p:blipFill>
              <p:spPr>
                <a:xfrm>
                  <a:off x="1581522" y="230658"/>
                  <a:ext cx="1143454" cy="988505"/>
                </a:xfrm>
                <a:prstGeom prst="rect">
                  <a:avLst/>
                </a:prstGeom>
              </p:spPr>
            </p:pic>
            <p:grpSp>
              <p:nvGrpSpPr>
                <p:cNvPr id="126" name="Group 125">
                  <a:extLst>
                    <a:ext uri="{FF2B5EF4-FFF2-40B4-BE49-F238E27FC236}">
                      <a16:creationId xmlns:a16="http://schemas.microsoft.com/office/drawing/2014/main" id="{02690EA5-4690-5C75-08B8-6B0852A172EB}"/>
                    </a:ext>
                  </a:extLst>
                </p:cNvPr>
                <p:cNvGrpSpPr/>
                <p:nvPr/>
              </p:nvGrpSpPr>
              <p:grpSpPr>
                <a:xfrm>
                  <a:off x="212145" y="375064"/>
                  <a:ext cx="3882206" cy="914400"/>
                  <a:chOff x="212145" y="375064"/>
                  <a:chExt cx="3882206" cy="914400"/>
                </a:xfrm>
              </p:grpSpPr>
              <p:pic>
                <p:nvPicPr>
                  <p:cNvPr id="127" name="Graphic 126" descr="Volume with solid fill">
                    <a:extLst>
                      <a:ext uri="{FF2B5EF4-FFF2-40B4-BE49-F238E27FC236}">
                        <a16:creationId xmlns:a16="http://schemas.microsoft.com/office/drawing/2014/main" id="{D0A594BF-CCCA-AE48-74E3-FF3DA3F1E3E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rcRect l="1" r="47695"/>
                  <a:stretch/>
                </p:blipFill>
                <p:spPr>
                  <a:xfrm>
                    <a:off x="212145" y="375064"/>
                    <a:ext cx="478272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28" name="Graphic 127" descr="Volume with solid fill">
                    <a:extLst>
                      <a:ext uri="{FF2B5EF4-FFF2-40B4-BE49-F238E27FC236}">
                        <a16:creationId xmlns:a16="http://schemas.microsoft.com/office/drawing/2014/main" id="{7C7C497D-CAAC-237D-7EC4-B56597B076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 r="8537"/>
                  <a:stretch/>
                </p:blipFill>
                <p:spPr>
                  <a:xfrm flipH="1">
                    <a:off x="3258008" y="375064"/>
                    <a:ext cx="836343" cy="914400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24" name="Picture 123" descr="Icon&#10;&#10;Description automatically generated">
                <a:extLst>
                  <a:ext uri="{FF2B5EF4-FFF2-40B4-BE49-F238E27FC236}">
                    <a16:creationId xmlns:a16="http://schemas.microsoft.com/office/drawing/2014/main" id="{6E09D222-F803-8191-BC69-FBF95412E36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132" t="39482" r="37732" b="26084"/>
              <a:stretch/>
            </p:blipFill>
            <p:spPr>
              <a:xfrm>
                <a:off x="2463377" y="1469430"/>
                <a:ext cx="212105" cy="793477"/>
              </a:xfrm>
              <a:prstGeom prst="rect">
                <a:avLst/>
              </a:prstGeom>
            </p:spPr>
          </p:pic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1FC0E708-F248-6C6B-BE7F-EF4DE60E504E}"/>
                </a:ext>
              </a:extLst>
            </p:cNvPr>
            <p:cNvGrpSpPr/>
            <p:nvPr/>
          </p:nvGrpSpPr>
          <p:grpSpPr>
            <a:xfrm>
              <a:off x="2026371" y="2142480"/>
              <a:ext cx="1535521" cy="452190"/>
              <a:chOff x="2440007" y="3669652"/>
              <a:chExt cx="2843559" cy="837389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9EFA34C4-F582-B852-F000-DED36B00FD24}"/>
                  </a:ext>
                </a:extLst>
              </p:cNvPr>
              <p:cNvGrpSpPr/>
              <p:nvPr/>
            </p:nvGrpSpPr>
            <p:grpSpPr>
              <a:xfrm>
                <a:off x="2440007" y="3669652"/>
                <a:ext cx="2843559" cy="775533"/>
                <a:chOff x="212144" y="230658"/>
                <a:chExt cx="3882204" cy="1058806"/>
              </a:xfrm>
            </p:grpSpPr>
            <p:pic>
              <p:nvPicPr>
                <p:cNvPr id="119" name="Picture 118">
                  <a:extLst>
                    <a:ext uri="{FF2B5EF4-FFF2-40B4-BE49-F238E27FC236}">
                      <a16:creationId xmlns:a16="http://schemas.microsoft.com/office/drawing/2014/main" id="{72236C00-005B-4F09-FD75-F3002AE3D8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20755" r="20449" b="67310"/>
                <a:stretch/>
              </p:blipFill>
              <p:spPr>
                <a:xfrm>
                  <a:off x="1581521" y="230658"/>
                  <a:ext cx="1143454" cy="988504"/>
                </a:xfrm>
                <a:prstGeom prst="rect">
                  <a:avLst/>
                </a:prstGeom>
              </p:spPr>
            </p:pic>
            <p:grpSp>
              <p:nvGrpSpPr>
                <p:cNvPr id="120" name="Group 119">
                  <a:extLst>
                    <a:ext uri="{FF2B5EF4-FFF2-40B4-BE49-F238E27FC236}">
                      <a16:creationId xmlns:a16="http://schemas.microsoft.com/office/drawing/2014/main" id="{D2BF4B89-C93F-D60F-9054-703B34F970E5}"/>
                    </a:ext>
                  </a:extLst>
                </p:cNvPr>
                <p:cNvGrpSpPr/>
                <p:nvPr/>
              </p:nvGrpSpPr>
              <p:grpSpPr>
                <a:xfrm>
                  <a:off x="212144" y="375064"/>
                  <a:ext cx="3882204" cy="914400"/>
                  <a:chOff x="212144" y="375064"/>
                  <a:chExt cx="3882204" cy="914400"/>
                </a:xfrm>
              </p:grpSpPr>
              <p:pic>
                <p:nvPicPr>
                  <p:cNvPr id="121" name="Graphic 120" descr="Volume with solid fill">
                    <a:extLst>
                      <a:ext uri="{FF2B5EF4-FFF2-40B4-BE49-F238E27FC236}">
                        <a16:creationId xmlns:a16="http://schemas.microsoft.com/office/drawing/2014/main" id="{4DCE5F05-F5CF-3FE9-629B-953190C1F6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 l="1" r="-5625"/>
                  <a:stretch/>
                </p:blipFill>
                <p:spPr>
                  <a:xfrm>
                    <a:off x="212144" y="375064"/>
                    <a:ext cx="965837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22" name="Graphic 121" descr="Volume with solid fill">
                    <a:extLst>
                      <a:ext uri="{FF2B5EF4-FFF2-40B4-BE49-F238E27FC236}">
                        <a16:creationId xmlns:a16="http://schemas.microsoft.com/office/drawing/2014/main" id="{0B8CB1A3-7487-2921-FED0-37B74AA086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rcRect l="1" r="45452"/>
                  <a:stretch/>
                </p:blipFill>
                <p:spPr>
                  <a:xfrm flipH="1">
                    <a:off x="3595566" y="375064"/>
                    <a:ext cx="498782" cy="914400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18" name="Picture 117" descr="Logo&#10;&#10;Description automatically generated with medium confidence">
                <a:extLst>
                  <a:ext uri="{FF2B5EF4-FFF2-40B4-BE49-F238E27FC236}">
                    <a16:creationId xmlns:a16="http://schemas.microsoft.com/office/drawing/2014/main" id="{D576B7BD-E231-952A-7453-DAC4336EFF1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975" t="35211" r="37889" b="30349"/>
              <a:stretch/>
            </p:blipFill>
            <p:spPr>
              <a:xfrm>
                <a:off x="3119147" y="3713564"/>
                <a:ext cx="212064" cy="793477"/>
              </a:xfrm>
              <a:prstGeom prst="rect">
                <a:avLst/>
              </a:prstGeom>
            </p:spPr>
          </p:pic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73A12E8-E9D7-F348-694B-F809D92957B3}"/>
                </a:ext>
              </a:extLst>
            </p:cNvPr>
            <p:cNvGrpSpPr/>
            <p:nvPr/>
          </p:nvGrpSpPr>
          <p:grpSpPr>
            <a:xfrm>
              <a:off x="3856006" y="2136526"/>
              <a:ext cx="1535521" cy="452190"/>
              <a:chOff x="2450232" y="4994256"/>
              <a:chExt cx="2843558" cy="837390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DDF14752-EF95-5A75-8655-66D19DF12709}"/>
                  </a:ext>
                </a:extLst>
              </p:cNvPr>
              <p:cNvGrpSpPr/>
              <p:nvPr/>
            </p:nvGrpSpPr>
            <p:grpSpPr>
              <a:xfrm>
                <a:off x="2450232" y="4994256"/>
                <a:ext cx="2843558" cy="775533"/>
                <a:chOff x="212144" y="230658"/>
                <a:chExt cx="3882203" cy="1058806"/>
              </a:xfrm>
            </p:grpSpPr>
            <p:pic>
              <p:nvPicPr>
                <p:cNvPr id="113" name="Picture 112">
                  <a:extLst>
                    <a:ext uri="{FF2B5EF4-FFF2-40B4-BE49-F238E27FC236}">
                      <a16:creationId xmlns:a16="http://schemas.microsoft.com/office/drawing/2014/main" id="{67C1017D-2D1D-AFC1-8764-9B8D702457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20755" r="20449" b="67310"/>
                <a:stretch/>
              </p:blipFill>
              <p:spPr>
                <a:xfrm>
                  <a:off x="1581520" y="230658"/>
                  <a:ext cx="1143453" cy="988505"/>
                </a:xfrm>
                <a:prstGeom prst="rect">
                  <a:avLst/>
                </a:prstGeom>
              </p:spPr>
            </p:pic>
            <p:grpSp>
              <p:nvGrpSpPr>
                <p:cNvPr id="114" name="Group 113">
                  <a:extLst>
                    <a:ext uri="{FF2B5EF4-FFF2-40B4-BE49-F238E27FC236}">
                      <a16:creationId xmlns:a16="http://schemas.microsoft.com/office/drawing/2014/main" id="{0AA5F1D0-1C59-1447-031C-B52311546696}"/>
                    </a:ext>
                  </a:extLst>
                </p:cNvPr>
                <p:cNvGrpSpPr/>
                <p:nvPr/>
              </p:nvGrpSpPr>
              <p:grpSpPr>
                <a:xfrm>
                  <a:off x="212144" y="375064"/>
                  <a:ext cx="3882203" cy="914400"/>
                  <a:chOff x="212144" y="375064"/>
                  <a:chExt cx="3882203" cy="914400"/>
                </a:xfrm>
              </p:grpSpPr>
              <p:pic>
                <p:nvPicPr>
                  <p:cNvPr id="115" name="Graphic 114" descr="Volume with solid fill">
                    <a:extLst>
                      <a:ext uri="{FF2B5EF4-FFF2-40B4-BE49-F238E27FC236}">
                        <a16:creationId xmlns:a16="http://schemas.microsoft.com/office/drawing/2014/main" id="{7774F8A8-3F3F-F1B1-B658-20F6E54731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 l="1" r="-5625"/>
                  <a:stretch/>
                </p:blipFill>
                <p:spPr>
                  <a:xfrm>
                    <a:off x="212144" y="375064"/>
                    <a:ext cx="965838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16" name="Graphic 115" descr="Volume with solid fill">
                    <a:extLst>
                      <a:ext uri="{FF2B5EF4-FFF2-40B4-BE49-F238E27FC236}">
                        <a16:creationId xmlns:a16="http://schemas.microsoft.com/office/drawing/2014/main" id="{430FC6AA-C61F-9E97-D683-3AF87EA7040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rcRect l="1" r="45452"/>
                  <a:stretch/>
                </p:blipFill>
                <p:spPr>
                  <a:xfrm flipH="1">
                    <a:off x="3595566" y="375064"/>
                    <a:ext cx="498781" cy="914400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12" name="Picture 111" descr="Icon&#10;&#10;Description automatically generated">
                <a:extLst>
                  <a:ext uri="{FF2B5EF4-FFF2-40B4-BE49-F238E27FC236}">
                    <a16:creationId xmlns:a16="http://schemas.microsoft.com/office/drawing/2014/main" id="{6B29CA7C-2E50-09C9-EBAC-C469E72F18E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132" t="39482" r="37732" b="26084"/>
              <a:stretch/>
            </p:blipFill>
            <p:spPr>
              <a:xfrm>
                <a:off x="3120472" y="5038169"/>
                <a:ext cx="212105" cy="793477"/>
              </a:xfrm>
              <a:prstGeom prst="rect">
                <a:avLst/>
              </a:prstGeom>
            </p:spPr>
          </p:pic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69EE656-671E-575F-6ADC-009E9B57A086}"/>
                </a:ext>
              </a:extLst>
            </p:cNvPr>
            <p:cNvSpPr txBox="1"/>
            <p:nvPr/>
          </p:nvSpPr>
          <p:spPr>
            <a:xfrm>
              <a:off x="2888004" y="1234756"/>
              <a:ext cx="19333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Combined task</a:t>
              </a:r>
            </a:p>
          </p:txBody>
        </p:sp>
        <p:sp>
          <p:nvSpPr>
            <p:cNvPr id="101" name="Arrow: Right 100">
              <a:extLst>
                <a:ext uri="{FF2B5EF4-FFF2-40B4-BE49-F238E27FC236}">
                  <a16:creationId xmlns:a16="http://schemas.microsoft.com/office/drawing/2014/main" id="{916ABAE6-856B-BCAD-3B07-7046A6A100DA}"/>
                </a:ext>
              </a:extLst>
            </p:cNvPr>
            <p:cNvSpPr/>
            <p:nvPr/>
          </p:nvSpPr>
          <p:spPr>
            <a:xfrm rot="16200000" flipV="1">
              <a:off x="2914485" y="1776992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Arrow: Right 101">
              <a:extLst>
                <a:ext uri="{FF2B5EF4-FFF2-40B4-BE49-F238E27FC236}">
                  <a16:creationId xmlns:a16="http://schemas.microsoft.com/office/drawing/2014/main" id="{5A0CF8BD-30C3-1745-1607-F856FC09B7FA}"/>
                </a:ext>
              </a:extLst>
            </p:cNvPr>
            <p:cNvSpPr/>
            <p:nvPr/>
          </p:nvSpPr>
          <p:spPr>
            <a:xfrm rot="16200000" flipV="1">
              <a:off x="2228111" y="2271798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Arrow: Right 102">
              <a:extLst>
                <a:ext uri="{FF2B5EF4-FFF2-40B4-BE49-F238E27FC236}">
                  <a16:creationId xmlns:a16="http://schemas.microsoft.com/office/drawing/2014/main" id="{20C42837-6E0E-F9E7-DC31-C6A5621A368B}"/>
                </a:ext>
              </a:extLst>
            </p:cNvPr>
            <p:cNvSpPr/>
            <p:nvPr/>
          </p:nvSpPr>
          <p:spPr>
            <a:xfrm rot="5400000" flipV="1">
              <a:off x="4773394" y="1752745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Arrow: Right 103">
              <a:extLst>
                <a:ext uri="{FF2B5EF4-FFF2-40B4-BE49-F238E27FC236}">
                  <a16:creationId xmlns:a16="http://schemas.microsoft.com/office/drawing/2014/main" id="{E9749E75-EB61-FFA2-AFD3-AFC281E53A6F}"/>
                </a:ext>
              </a:extLst>
            </p:cNvPr>
            <p:cNvSpPr/>
            <p:nvPr/>
          </p:nvSpPr>
          <p:spPr>
            <a:xfrm rot="5400000" flipV="1">
              <a:off x="4053896" y="2288802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41267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&#10;&#10;Description automatically generated with low confidence">
            <a:extLst>
              <a:ext uri="{FF2B5EF4-FFF2-40B4-BE49-F238E27FC236}">
                <a16:creationId xmlns:a16="http://schemas.microsoft.com/office/drawing/2014/main" id="{09744337-ABED-465D-54B9-087705D17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044" y="2948619"/>
            <a:ext cx="3081534" cy="3499111"/>
          </a:xfrm>
          <a:prstGeom prst="rect">
            <a:avLst/>
          </a:prstGeom>
        </p:spPr>
      </p:pic>
      <p:sp>
        <p:nvSpPr>
          <p:cNvPr id="86" name="Title 1">
            <a:extLst>
              <a:ext uri="{FF2B5EF4-FFF2-40B4-BE49-F238E27FC236}">
                <a16:creationId xmlns:a16="http://schemas.microsoft.com/office/drawing/2014/main" id="{A2206113-663B-0F8C-7ED8-45E23F56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060"/>
            <a:ext cx="10515600" cy="56325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Mice show rapid learning on a localization task following a combined task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BF5134D-C0E8-C1E6-6A19-6D217F22F9A7}"/>
              </a:ext>
            </a:extLst>
          </p:cNvPr>
          <p:cNvGrpSpPr/>
          <p:nvPr/>
        </p:nvGrpSpPr>
        <p:grpSpPr>
          <a:xfrm>
            <a:off x="9625551" y="1114377"/>
            <a:ext cx="1847592" cy="1449034"/>
            <a:chOff x="829272" y="3515491"/>
            <a:chExt cx="1847592" cy="1449034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E73149EF-835A-AD7B-9B91-18BA6D3C4079}"/>
                </a:ext>
              </a:extLst>
            </p:cNvPr>
            <p:cNvGrpSpPr/>
            <p:nvPr/>
          </p:nvGrpSpPr>
          <p:grpSpPr>
            <a:xfrm>
              <a:off x="829272" y="3938121"/>
              <a:ext cx="1609196" cy="1026404"/>
              <a:chOff x="5738831" y="3447942"/>
              <a:chExt cx="2861331" cy="1825061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824474B5-71BD-B13B-1641-D204ED44FC03}"/>
                  </a:ext>
                </a:extLst>
              </p:cNvPr>
              <p:cNvGrpSpPr/>
              <p:nvPr/>
            </p:nvGrpSpPr>
            <p:grpSpPr>
              <a:xfrm>
                <a:off x="5756604" y="3447942"/>
                <a:ext cx="2843558" cy="775533"/>
                <a:chOff x="6576965" y="1910404"/>
                <a:chExt cx="2843558" cy="775533"/>
              </a:xfrm>
            </p:grpSpPr>
            <p:pic>
              <p:nvPicPr>
                <p:cNvPr id="101" name="Graphic 100" descr="Music note with solid fill">
                  <a:extLst>
                    <a:ext uri="{FF2B5EF4-FFF2-40B4-BE49-F238E27FC236}">
                      <a16:creationId xmlns:a16="http://schemas.microsoft.com/office/drawing/2014/main" id="{BEAB3B7E-31AA-1265-D5F5-734719F9D0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2907" y="2068833"/>
                  <a:ext cx="544052" cy="544052"/>
                </a:xfrm>
                <a:prstGeom prst="rect">
                  <a:avLst/>
                </a:prstGeom>
              </p:spPr>
            </p:pic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D7BBDEA2-ABB5-0942-52A3-92F98ACBB006}"/>
                    </a:ext>
                  </a:extLst>
                </p:cNvPr>
                <p:cNvGrpSpPr/>
                <p:nvPr/>
              </p:nvGrpSpPr>
              <p:grpSpPr>
                <a:xfrm>
                  <a:off x="6576965" y="1910404"/>
                  <a:ext cx="2843558" cy="775533"/>
                  <a:chOff x="212145" y="230658"/>
                  <a:chExt cx="3882203" cy="1058806"/>
                </a:xfrm>
              </p:grpSpPr>
              <p:pic>
                <p:nvPicPr>
                  <p:cNvPr id="103" name="Picture 102">
                    <a:extLst>
                      <a:ext uri="{FF2B5EF4-FFF2-40B4-BE49-F238E27FC236}">
                        <a16:creationId xmlns:a16="http://schemas.microsoft.com/office/drawing/2014/main" id="{BBC3FCD8-D0C2-C4A4-E055-A987F56E19C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20755" r="20449" b="67310"/>
                  <a:stretch/>
                </p:blipFill>
                <p:spPr>
                  <a:xfrm>
                    <a:off x="1581521" y="230658"/>
                    <a:ext cx="1143454" cy="988504"/>
                  </a:xfrm>
                  <a:prstGeom prst="rect">
                    <a:avLst/>
                  </a:prstGeom>
                </p:spPr>
              </p:pic>
              <p:grpSp>
                <p:nvGrpSpPr>
                  <p:cNvPr id="104" name="Group 103">
                    <a:extLst>
                      <a:ext uri="{FF2B5EF4-FFF2-40B4-BE49-F238E27FC236}">
                        <a16:creationId xmlns:a16="http://schemas.microsoft.com/office/drawing/2014/main" id="{1FBE7E4B-A8B1-474E-D579-FB3CE11FD245}"/>
                      </a:ext>
                    </a:extLst>
                  </p:cNvPr>
                  <p:cNvGrpSpPr/>
                  <p:nvPr/>
                </p:nvGrpSpPr>
                <p:grpSpPr>
                  <a:xfrm>
                    <a:off x="212145" y="375064"/>
                    <a:ext cx="3882203" cy="914400"/>
                    <a:chOff x="212145" y="375064"/>
                    <a:chExt cx="3882203" cy="914400"/>
                  </a:xfrm>
                </p:grpSpPr>
                <p:pic>
                  <p:nvPicPr>
                    <p:cNvPr id="105" name="Graphic 104" descr="Volume with solid fill">
                      <a:extLst>
                        <a:ext uri="{FF2B5EF4-FFF2-40B4-BE49-F238E27FC236}">
                          <a16:creationId xmlns:a16="http://schemas.microsoft.com/office/drawing/2014/main" id="{DAAC66B1-3A9D-4B83-1305-A36122FC96A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rcRect l="1" r="46722"/>
                    <a:stretch/>
                  </p:blipFill>
                  <p:spPr>
                    <a:xfrm>
                      <a:off x="212145" y="375064"/>
                      <a:ext cx="487175" cy="914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6" name="Graphic 105" descr="Volume with solid fill">
                      <a:extLst>
                        <a:ext uri="{FF2B5EF4-FFF2-40B4-BE49-F238E27FC236}">
                          <a16:creationId xmlns:a16="http://schemas.microsoft.com/office/drawing/2014/main" id="{B79D18B4-1BA4-2D1E-1561-B859DFB84A4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9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0"/>
                        </a:ext>
                      </a:extLst>
                    </a:blip>
                    <a:srcRect l="1" r="6180"/>
                    <a:stretch/>
                  </p:blipFill>
                  <p:spPr>
                    <a:xfrm flipH="1">
                      <a:off x="3236468" y="375064"/>
                      <a:ext cx="857880" cy="914400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05136BE5-DFCD-36D2-7B9B-C09D8BF7C9E7}"/>
                  </a:ext>
                </a:extLst>
              </p:cNvPr>
              <p:cNvGrpSpPr/>
              <p:nvPr/>
            </p:nvGrpSpPr>
            <p:grpSpPr>
              <a:xfrm>
                <a:off x="5738831" y="4497470"/>
                <a:ext cx="2843557" cy="775533"/>
                <a:chOff x="6576965" y="1910404"/>
                <a:chExt cx="2843557" cy="775533"/>
              </a:xfrm>
            </p:grpSpPr>
            <p:pic>
              <p:nvPicPr>
                <p:cNvPr id="95" name="Graphic 94" descr="Music note with solid fill">
                  <a:extLst>
                    <a:ext uri="{FF2B5EF4-FFF2-40B4-BE49-F238E27FC236}">
                      <a16:creationId xmlns:a16="http://schemas.microsoft.com/office/drawing/2014/main" id="{6D071961-0583-B4BE-F1FF-0E79B213B2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84524" y="2068833"/>
                  <a:ext cx="544052" cy="544052"/>
                </a:xfrm>
                <a:prstGeom prst="rect">
                  <a:avLst/>
                </a:prstGeom>
              </p:spPr>
            </p:pic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50D87E66-AAE1-248E-1916-4EB973DE8B95}"/>
                    </a:ext>
                  </a:extLst>
                </p:cNvPr>
                <p:cNvGrpSpPr/>
                <p:nvPr/>
              </p:nvGrpSpPr>
              <p:grpSpPr>
                <a:xfrm>
                  <a:off x="6576965" y="1910404"/>
                  <a:ext cx="2843557" cy="775533"/>
                  <a:chOff x="212145" y="230658"/>
                  <a:chExt cx="3882202" cy="1058806"/>
                </a:xfrm>
              </p:grpSpPr>
              <p:pic>
                <p:nvPicPr>
                  <p:cNvPr id="97" name="Picture 96">
                    <a:extLst>
                      <a:ext uri="{FF2B5EF4-FFF2-40B4-BE49-F238E27FC236}">
                        <a16:creationId xmlns:a16="http://schemas.microsoft.com/office/drawing/2014/main" id="{2B2BFE76-01D2-6618-F981-EE81685460B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20755" r="20449" b="67310"/>
                  <a:stretch/>
                </p:blipFill>
                <p:spPr>
                  <a:xfrm>
                    <a:off x="1581521" y="230658"/>
                    <a:ext cx="1143454" cy="988504"/>
                  </a:xfrm>
                  <a:prstGeom prst="rect">
                    <a:avLst/>
                  </a:prstGeom>
                </p:spPr>
              </p:pic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8833C427-1799-6110-EEF7-58BE9CBFBC60}"/>
                      </a:ext>
                    </a:extLst>
                  </p:cNvPr>
                  <p:cNvGrpSpPr/>
                  <p:nvPr/>
                </p:nvGrpSpPr>
                <p:grpSpPr>
                  <a:xfrm>
                    <a:off x="212145" y="375064"/>
                    <a:ext cx="3882202" cy="914400"/>
                    <a:chOff x="212145" y="375064"/>
                    <a:chExt cx="3882202" cy="914400"/>
                  </a:xfrm>
                </p:grpSpPr>
                <p:pic>
                  <p:nvPicPr>
                    <p:cNvPr id="99" name="Graphic 98" descr="Volume with solid fill">
                      <a:extLst>
                        <a:ext uri="{FF2B5EF4-FFF2-40B4-BE49-F238E27FC236}">
                          <a16:creationId xmlns:a16="http://schemas.microsoft.com/office/drawing/2014/main" id="{4751A9DE-4D70-1255-A24E-E1C9E227A8F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11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2"/>
                        </a:ext>
                      </a:extLst>
                    </a:blip>
                    <a:srcRect l="1" r="1685"/>
                    <a:stretch/>
                  </p:blipFill>
                  <p:spPr>
                    <a:xfrm>
                      <a:off x="212145" y="375064"/>
                      <a:ext cx="898995" cy="914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0" name="Graphic 99" descr="Volume with solid fill">
                      <a:extLst>
                        <a:ext uri="{FF2B5EF4-FFF2-40B4-BE49-F238E27FC236}">
                          <a16:creationId xmlns:a16="http://schemas.microsoft.com/office/drawing/2014/main" id="{A00A1158-2ECE-B40B-A653-206A92EF9F0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rcRect l="1" r="46785"/>
                    <a:stretch/>
                  </p:blipFill>
                  <p:spPr>
                    <a:xfrm flipH="1">
                      <a:off x="3607762" y="375064"/>
                      <a:ext cx="486585" cy="914400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BD596FA-F408-A6A7-F692-7935D494E4FB}"/>
                </a:ext>
              </a:extLst>
            </p:cNvPr>
            <p:cNvSpPr txBox="1"/>
            <p:nvPr/>
          </p:nvSpPr>
          <p:spPr>
            <a:xfrm>
              <a:off x="1014433" y="3515491"/>
              <a:ext cx="16624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Localization</a:t>
              </a:r>
            </a:p>
          </p:txBody>
        </p:sp>
      </p:grp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9D72000-EDC2-67AA-78A1-8494D1994A50}"/>
              </a:ext>
            </a:extLst>
          </p:cNvPr>
          <p:cNvCxnSpPr>
            <a:cxnSpLocks/>
          </p:cNvCxnSpPr>
          <p:nvPr/>
        </p:nvCxnSpPr>
        <p:spPr>
          <a:xfrm flipV="1">
            <a:off x="5610227" y="2021433"/>
            <a:ext cx="375292" cy="1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43AA95D-EFF4-3DDD-3BC1-71C9DE1FD82E}"/>
              </a:ext>
            </a:extLst>
          </p:cNvPr>
          <p:cNvSpPr txBox="1"/>
          <p:nvPr/>
        </p:nvSpPr>
        <p:spPr>
          <a:xfrm>
            <a:off x="120404" y="1796834"/>
            <a:ext cx="1652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Task decomposition</a:t>
            </a:r>
          </a:p>
        </p:txBody>
      </p:sp>
      <p:pic>
        <p:nvPicPr>
          <p:cNvPr id="77" name="Picture 76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29B35652-742F-DF58-90E2-90EE3BE244D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62" y="2947851"/>
            <a:ext cx="3081534" cy="3499111"/>
          </a:xfrm>
          <a:prstGeom prst="rect">
            <a:avLst/>
          </a:prstGeom>
        </p:spPr>
      </p:pic>
      <p:pic>
        <p:nvPicPr>
          <p:cNvPr id="79" name="Picture 78" descr="A picture containing arrow&#10;&#10;Description automatically generated">
            <a:extLst>
              <a:ext uri="{FF2B5EF4-FFF2-40B4-BE49-F238E27FC236}">
                <a16:creationId xmlns:a16="http://schemas.microsoft.com/office/drawing/2014/main" id="{677C201D-42D0-10CA-7D67-38748943D81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833" y="2898394"/>
            <a:ext cx="4410465" cy="3575311"/>
          </a:xfrm>
          <a:prstGeom prst="rect">
            <a:avLst/>
          </a:prstGeom>
        </p:spPr>
      </p:pic>
      <p:grpSp>
        <p:nvGrpSpPr>
          <p:cNvPr id="175" name="Group 174">
            <a:extLst>
              <a:ext uri="{FF2B5EF4-FFF2-40B4-BE49-F238E27FC236}">
                <a16:creationId xmlns:a16="http://schemas.microsoft.com/office/drawing/2014/main" id="{DB923676-5037-2516-E364-00BDD90D5BA9}"/>
              </a:ext>
            </a:extLst>
          </p:cNvPr>
          <p:cNvGrpSpPr/>
          <p:nvPr/>
        </p:nvGrpSpPr>
        <p:grpSpPr>
          <a:xfrm>
            <a:off x="2026371" y="1234756"/>
            <a:ext cx="3365156" cy="1383730"/>
            <a:chOff x="2026371" y="1234756"/>
            <a:chExt cx="3365156" cy="1383730"/>
          </a:xfrm>
        </p:grpSpPr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497625CA-9289-AE35-A774-6DA3567BEAB8}"/>
                </a:ext>
              </a:extLst>
            </p:cNvPr>
            <p:cNvGrpSpPr/>
            <p:nvPr/>
          </p:nvGrpSpPr>
          <p:grpSpPr>
            <a:xfrm>
              <a:off x="2026371" y="1596077"/>
              <a:ext cx="1504076" cy="493776"/>
              <a:chOff x="501512" y="255149"/>
              <a:chExt cx="3882205" cy="1274497"/>
            </a:xfrm>
          </p:grpSpPr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4852A2A9-DB0F-ED4D-DDCB-660C6D6C8438}"/>
                  </a:ext>
                </a:extLst>
              </p:cNvPr>
              <p:cNvGrpSpPr/>
              <p:nvPr/>
            </p:nvGrpSpPr>
            <p:grpSpPr>
              <a:xfrm>
                <a:off x="501512" y="519470"/>
                <a:ext cx="3882205" cy="914400"/>
                <a:chOff x="212145" y="375064"/>
                <a:chExt cx="3882205" cy="914400"/>
              </a:xfrm>
            </p:grpSpPr>
            <p:pic>
              <p:nvPicPr>
                <p:cNvPr id="206" name="Graphic 205" descr="Volume with solid fill">
                  <a:extLst>
                    <a:ext uri="{FF2B5EF4-FFF2-40B4-BE49-F238E27FC236}">
                      <a16:creationId xmlns:a16="http://schemas.microsoft.com/office/drawing/2014/main" id="{F2206024-B477-493F-9117-10CA9655C2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r="46602"/>
                <a:stretch/>
              </p:blipFill>
              <p:spPr>
                <a:xfrm>
                  <a:off x="212145" y="375064"/>
                  <a:ext cx="488273" cy="914400"/>
                </a:xfrm>
                <a:prstGeom prst="rect">
                  <a:avLst/>
                </a:prstGeom>
              </p:spPr>
            </p:pic>
            <p:pic>
              <p:nvPicPr>
                <p:cNvPr id="207" name="Graphic 206" descr="Volume with solid fill">
                  <a:extLst>
                    <a:ext uri="{FF2B5EF4-FFF2-40B4-BE49-F238E27FC236}">
                      <a16:creationId xmlns:a16="http://schemas.microsoft.com/office/drawing/2014/main" id="{BB2B138A-F997-C6AD-A884-15A2DECDF0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r="7184"/>
                <a:stretch/>
              </p:blipFill>
              <p:spPr>
                <a:xfrm flipH="1">
                  <a:off x="3245637" y="375064"/>
                  <a:ext cx="848713" cy="914400"/>
                </a:xfrm>
                <a:prstGeom prst="rect">
                  <a:avLst/>
                </a:prstGeom>
              </p:spPr>
            </p:pic>
          </p:grpSp>
          <p:pic>
            <p:nvPicPr>
              <p:cNvPr id="204" name="Picture 203" descr="Logo&#10;&#10;Description automatically generated with medium confidence">
                <a:extLst>
                  <a:ext uri="{FF2B5EF4-FFF2-40B4-BE49-F238E27FC236}">
                    <a16:creationId xmlns:a16="http://schemas.microsoft.com/office/drawing/2014/main" id="{7BD0044C-B757-2079-701B-FC489013C7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975" t="35211" r="37889" b="30349"/>
              <a:stretch/>
            </p:blipFill>
            <p:spPr>
              <a:xfrm>
                <a:off x="3239428" y="423694"/>
                <a:ext cx="295576" cy="1105952"/>
              </a:xfrm>
              <a:prstGeom prst="rect">
                <a:avLst/>
              </a:prstGeom>
            </p:spPr>
          </p:pic>
          <p:pic>
            <p:nvPicPr>
              <p:cNvPr id="205" name="Picture 204">
                <a:extLst>
                  <a:ext uri="{FF2B5EF4-FFF2-40B4-BE49-F238E27FC236}">
                    <a16:creationId xmlns:a16="http://schemas.microsoft.com/office/drawing/2014/main" id="{DC14F2E8-1FEC-F420-5A81-3F1AA6B8A8E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/>
              <a:srcRect l="21063" r="20141" b="63312"/>
              <a:stretch/>
            </p:blipFill>
            <p:spPr>
              <a:xfrm>
                <a:off x="1870888" y="255149"/>
                <a:ext cx="1143454" cy="1178721"/>
              </a:xfrm>
              <a:prstGeom prst="rect">
                <a:avLst/>
              </a:prstGeom>
            </p:spPr>
          </p:pic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73664682-5306-98BE-6FB6-CE9639F4EE11}"/>
                </a:ext>
              </a:extLst>
            </p:cNvPr>
            <p:cNvGrpSpPr/>
            <p:nvPr/>
          </p:nvGrpSpPr>
          <p:grpSpPr>
            <a:xfrm>
              <a:off x="3856006" y="1641477"/>
              <a:ext cx="1535521" cy="452190"/>
              <a:chOff x="460286" y="1425518"/>
              <a:chExt cx="2843560" cy="837389"/>
            </a:xfrm>
          </p:grpSpPr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7C937684-DEF8-DAAA-7BF6-289A9BB3A897}"/>
                  </a:ext>
                </a:extLst>
              </p:cNvPr>
              <p:cNvGrpSpPr/>
              <p:nvPr/>
            </p:nvGrpSpPr>
            <p:grpSpPr>
              <a:xfrm>
                <a:off x="460286" y="1425518"/>
                <a:ext cx="2843560" cy="775533"/>
                <a:chOff x="212145" y="230658"/>
                <a:chExt cx="3882206" cy="1058806"/>
              </a:xfrm>
            </p:grpSpPr>
            <p:pic>
              <p:nvPicPr>
                <p:cNvPr id="199" name="Picture 198">
                  <a:extLst>
                    <a:ext uri="{FF2B5EF4-FFF2-40B4-BE49-F238E27FC236}">
                      <a16:creationId xmlns:a16="http://schemas.microsoft.com/office/drawing/2014/main" id="{84D210BA-5A9C-21B5-7440-B01DCE252F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20755" r="20449" b="67310"/>
                <a:stretch/>
              </p:blipFill>
              <p:spPr>
                <a:xfrm>
                  <a:off x="1581522" y="230658"/>
                  <a:ext cx="1143454" cy="988505"/>
                </a:xfrm>
                <a:prstGeom prst="rect">
                  <a:avLst/>
                </a:prstGeom>
              </p:spPr>
            </p:pic>
            <p:grpSp>
              <p:nvGrpSpPr>
                <p:cNvPr id="200" name="Group 199">
                  <a:extLst>
                    <a:ext uri="{FF2B5EF4-FFF2-40B4-BE49-F238E27FC236}">
                      <a16:creationId xmlns:a16="http://schemas.microsoft.com/office/drawing/2014/main" id="{61F86850-2643-D55B-5BAF-B786D25F9BE2}"/>
                    </a:ext>
                  </a:extLst>
                </p:cNvPr>
                <p:cNvGrpSpPr/>
                <p:nvPr/>
              </p:nvGrpSpPr>
              <p:grpSpPr>
                <a:xfrm>
                  <a:off x="212145" y="375064"/>
                  <a:ext cx="3882206" cy="914400"/>
                  <a:chOff x="212145" y="375064"/>
                  <a:chExt cx="3882206" cy="914400"/>
                </a:xfrm>
              </p:grpSpPr>
              <p:pic>
                <p:nvPicPr>
                  <p:cNvPr id="201" name="Graphic 200" descr="Volume with solid fill">
                    <a:extLst>
                      <a:ext uri="{FF2B5EF4-FFF2-40B4-BE49-F238E27FC236}">
                        <a16:creationId xmlns:a16="http://schemas.microsoft.com/office/drawing/2014/main" id="{EE5E50D9-4285-0D12-198A-C8F1A0FC208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rcRect l="1" r="47695"/>
                  <a:stretch/>
                </p:blipFill>
                <p:spPr>
                  <a:xfrm>
                    <a:off x="212145" y="375064"/>
                    <a:ext cx="478272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202" name="Graphic 201" descr="Volume with solid fill">
                    <a:extLst>
                      <a:ext uri="{FF2B5EF4-FFF2-40B4-BE49-F238E27FC236}">
                        <a16:creationId xmlns:a16="http://schemas.microsoft.com/office/drawing/2014/main" id="{BA1E4E1C-CE74-8975-68B0-301DAC3B120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rcRect r="8537"/>
                  <a:stretch/>
                </p:blipFill>
                <p:spPr>
                  <a:xfrm flipH="1">
                    <a:off x="3258008" y="375064"/>
                    <a:ext cx="836343" cy="914400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98" name="Picture 197" descr="Icon&#10;&#10;Description automatically generated">
                <a:extLst>
                  <a:ext uri="{FF2B5EF4-FFF2-40B4-BE49-F238E27FC236}">
                    <a16:creationId xmlns:a16="http://schemas.microsoft.com/office/drawing/2014/main" id="{35BE8B59-2383-328A-3015-6723AE39C9F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132" t="39482" r="37732" b="26084"/>
              <a:stretch/>
            </p:blipFill>
            <p:spPr>
              <a:xfrm>
                <a:off x="2463377" y="1469430"/>
                <a:ext cx="212105" cy="793477"/>
              </a:xfrm>
              <a:prstGeom prst="rect">
                <a:avLst/>
              </a:prstGeom>
            </p:spPr>
          </p:pic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F1D3BC44-219A-49AD-4BF7-41F08809CDEF}"/>
                </a:ext>
              </a:extLst>
            </p:cNvPr>
            <p:cNvGrpSpPr/>
            <p:nvPr/>
          </p:nvGrpSpPr>
          <p:grpSpPr>
            <a:xfrm>
              <a:off x="2026371" y="2142480"/>
              <a:ext cx="1535521" cy="452190"/>
              <a:chOff x="2440007" y="3669652"/>
              <a:chExt cx="2843559" cy="837389"/>
            </a:xfrm>
          </p:grpSpPr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BD9B20D0-D85D-B06D-0A40-0BEC62B6BCF8}"/>
                  </a:ext>
                </a:extLst>
              </p:cNvPr>
              <p:cNvGrpSpPr/>
              <p:nvPr/>
            </p:nvGrpSpPr>
            <p:grpSpPr>
              <a:xfrm>
                <a:off x="2440007" y="3669652"/>
                <a:ext cx="2843559" cy="775533"/>
                <a:chOff x="212144" y="230658"/>
                <a:chExt cx="3882204" cy="1058806"/>
              </a:xfrm>
            </p:grpSpPr>
            <p:pic>
              <p:nvPicPr>
                <p:cNvPr id="193" name="Picture 192">
                  <a:extLst>
                    <a:ext uri="{FF2B5EF4-FFF2-40B4-BE49-F238E27FC236}">
                      <a16:creationId xmlns:a16="http://schemas.microsoft.com/office/drawing/2014/main" id="{EC872FC5-DE1D-16D1-2B01-985333E7E6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20755" r="20449" b="67310"/>
                <a:stretch/>
              </p:blipFill>
              <p:spPr>
                <a:xfrm>
                  <a:off x="1581521" y="230658"/>
                  <a:ext cx="1143454" cy="988504"/>
                </a:xfrm>
                <a:prstGeom prst="rect">
                  <a:avLst/>
                </a:prstGeom>
              </p:spPr>
            </p:pic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0250E344-2869-8400-1C12-4AD696CE9F95}"/>
                    </a:ext>
                  </a:extLst>
                </p:cNvPr>
                <p:cNvGrpSpPr/>
                <p:nvPr/>
              </p:nvGrpSpPr>
              <p:grpSpPr>
                <a:xfrm>
                  <a:off x="212144" y="375064"/>
                  <a:ext cx="3882204" cy="914400"/>
                  <a:chOff x="212144" y="375064"/>
                  <a:chExt cx="3882204" cy="914400"/>
                </a:xfrm>
              </p:grpSpPr>
              <p:pic>
                <p:nvPicPr>
                  <p:cNvPr id="195" name="Graphic 194" descr="Volume with solid fill">
                    <a:extLst>
                      <a:ext uri="{FF2B5EF4-FFF2-40B4-BE49-F238E27FC236}">
                        <a16:creationId xmlns:a16="http://schemas.microsoft.com/office/drawing/2014/main" id="{BBF6C03B-0200-2BB8-B644-FDB9AA039C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rcRect l="1" r="-5625"/>
                  <a:stretch/>
                </p:blipFill>
                <p:spPr>
                  <a:xfrm>
                    <a:off x="212144" y="375064"/>
                    <a:ext cx="965837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96" name="Graphic 195" descr="Volume with solid fill">
                    <a:extLst>
                      <a:ext uri="{FF2B5EF4-FFF2-40B4-BE49-F238E27FC236}">
                        <a16:creationId xmlns:a16="http://schemas.microsoft.com/office/drawing/2014/main" id="{411FB4EA-74DE-E280-8969-CBE4F734838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rcRect l="1" r="45452"/>
                  <a:stretch/>
                </p:blipFill>
                <p:spPr>
                  <a:xfrm flipH="1">
                    <a:off x="3595566" y="375064"/>
                    <a:ext cx="498782" cy="914400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92" name="Picture 191" descr="Logo&#10;&#10;Description automatically generated with medium confidence">
                <a:extLst>
                  <a:ext uri="{FF2B5EF4-FFF2-40B4-BE49-F238E27FC236}">
                    <a16:creationId xmlns:a16="http://schemas.microsoft.com/office/drawing/2014/main" id="{40B4F574-24F9-7B9D-4A99-0093739FFA1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975" t="35211" r="37889" b="30349"/>
              <a:stretch/>
            </p:blipFill>
            <p:spPr>
              <a:xfrm>
                <a:off x="3119147" y="3713564"/>
                <a:ext cx="212064" cy="793477"/>
              </a:xfrm>
              <a:prstGeom prst="rect">
                <a:avLst/>
              </a:prstGeom>
            </p:spPr>
          </p:pic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CA052FE2-BA7F-9E36-413B-5CABFEAEAA21}"/>
                </a:ext>
              </a:extLst>
            </p:cNvPr>
            <p:cNvGrpSpPr/>
            <p:nvPr/>
          </p:nvGrpSpPr>
          <p:grpSpPr>
            <a:xfrm>
              <a:off x="3856006" y="2136526"/>
              <a:ext cx="1535521" cy="452190"/>
              <a:chOff x="2450232" y="4994256"/>
              <a:chExt cx="2843558" cy="837390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A770D9BF-9A29-8AE8-2FB6-0F0D284273B4}"/>
                  </a:ext>
                </a:extLst>
              </p:cNvPr>
              <p:cNvGrpSpPr/>
              <p:nvPr/>
            </p:nvGrpSpPr>
            <p:grpSpPr>
              <a:xfrm>
                <a:off x="2450232" y="4994256"/>
                <a:ext cx="2843558" cy="775533"/>
                <a:chOff x="212144" y="230658"/>
                <a:chExt cx="3882203" cy="1058806"/>
              </a:xfrm>
            </p:grpSpPr>
            <p:pic>
              <p:nvPicPr>
                <p:cNvPr id="187" name="Picture 186">
                  <a:extLst>
                    <a:ext uri="{FF2B5EF4-FFF2-40B4-BE49-F238E27FC236}">
                      <a16:creationId xmlns:a16="http://schemas.microsoft.com/office/drawing/2014/main" id="{DB10BC89-2F8C-944F-BEA8-5534E355EB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20755" r="20449" b="67310"/>
                <a:stretch/>
              </p:blipFill>
              <p:spPr>
                <a:xfrm>
                  <a:off x="1581520" y="230658"/>
                  <a:ext cx="1143453" cy="988505"/>
                </a:xfrm>
                <a:prstGeom prst="rect">
                  <a:avLst/>
                </a:prstGeom>
              </p:spPr>
            </p:pic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B5528D14-13E0-3A13-249F-F9A5E5DD50A7}"/>
                    </a:ext>
                  </a:extLst>
                </p:cNvPr>
                <p:cNvGrpSpPr/>
                <p:nvPr/>
              </p:nvGrpSpPr>
              <p:grpSpPr>
                <a:xfrm>
                  <a:off x="212144" y="375064"/>
                  <a:ext cx="3882203" cy="914400"/>
                  <a:chOff x="212144" y="375064"/>
                  <a:chExt cx="3882203" cy="914400"/>
                </a:xfrm>
              </p:grpSpPr>
              <p:pic>
                <p:nvPicPr>
                  <p:cNvPr id="189" name="Graphic 188" descr="Volume with solid fill">
                    <a:extLst>
                      <a:ext uri="{FF2B5EF4-FFF2-40B4-BE49-F238E27FC236}">
                        <a16:creationId xmlns:a16="http://schemas.microsoft.com/office/drawing/2014/main" id="{262B9869-D5A3-0DED-32FD-FEA13E4484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rcRect l="1" r="-5625"/>
                  <a:stretch/>
                </p:blipFill>
                <p:spPr>
                  <a:xfrm>
                    <a:off x="212144" y="375064"/>
                    <a:ext cx="965838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90" name="Graphic 189" descr="Volume with solid fill">
                    <a:extLst>
                      <a:ext uri="{FF2B5EF4-FFF2-40B4-BE49-F238E27FC236}">
                        <a16:creationId xmlns:a16="http://schemas.microsoft.com/office/drawing/2014/main" id="{311518D5-B9DB-D2B4-3308-F0E94C87AF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rcRect l="1" r="45452"/>
                  <a:stretch/>
                </p:blipFill>
                <p:spPr>
                  <a:xfrm flipH="1">
                    <a:off x="3595566" y="375064"/>
                    <a:ext cx="498781" cy="914400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86" name="Picture 185" descr="Icon&#10;&#10;Description automatically generated">
                <a:extLst>
                  <a:ext uri="{FF2B5EF4-FFF2-40B4-BE49-F238E27FC236}">
                    <a16:creationId xmlns:a16="http://schemas.microsoft.com/office/drawing/2014/main" id="{50E94AFF-37EF-5ED2-9CDA-602897D19ED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132" t="39482" r="37732" b="26084"/>
              <a:stretch/>
            </p:blipFill>
            <p:spPr>
              <a:xfrm>
                <a:off x="3120472" y="5038169"/>
                <a:ext cx="212105" cy="793477"/>
              </a:xfrm>
              <a:prstGeom prst="rect">
                <a:avLst/>
              </a:prstGeom>
            </p:spPr>
          </p:pic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74426607-D74A-DD78-54E6-B5269E15B649}"/>
                </a:ext>
              </a:extLst>
            </p:cNvPr>
            <p:cNvSpPr txBox="1"/>
            <p:nvPr/>
          </p:nvSpPr>
          <p:spPr>
            <a:xfrm>
              <a:off x="2888004" y="1234756"/>
              <a:ext cx="19333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Combined task</a:t>
              </a:r>
            </a:p>
          </p:txBody>
        </p:sp>
        <p:sp>
          <p:nvSpPr>
            <p:cNvPr id="181" name="Arrow: Right 180">
              <a:extLst>
                <a:ext uri="{FF2B5EF4-FFF2-40B4-BE49-F238E27FC236}">
                  <a16:creationId xmlns:a16="http://schemas.microsoft.com/office/drawing/2014/main" id="{3BAC12B5-C4EA-D5FF-885C-144A6D0AEB61}"/>
                </a:ext>
              </a:extLst>
            </p:cNvPr>
            <p:cNvSpPr/>
            <p:nvPr/>
          </p:nvSpPr>
          <p:spPr>
            <a:xfrm rot="16200000" flipV="1">
              <a:off x="2914485" y="1776992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Arrow: Right 181">
              <a:extLst>
                <a:ext uri="{FF2B5EF4-FFF2-40B4-BE49-F238E27FC236}">
                  <a16:creationId xmlns:a16="http://schemas.microsoft.com/office/drawing/2014/main" id="{CBA7CA70-D87D-69AE-2165-D58ADBF8F366}"/>
                </a:ext>
              </a:extLst>
            </p:cNvPr>
            <p:cNvSpPr/>
            <p:nvPr/>
          </p:nvSpPr>
          <p:spPr>
            <a:xfrm rot="16200000" flipV="1">
              <a:off x="2228111" y="2271798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3" name="Arrow: Right 182">
              <a:extLst>
                <a:ext uri="{FF2B5EF4-FFF2-40B4-BE49-F238E27FC236}">
                  <a16:creationId xmlns:a16="http://schemas.microsoft.com/office/drawing/2014/main" id="{930AD05A-3281-CBF7-DA79-49A1EF72BB94}"/>
                </a:ext>
              </a:extLst>
            </p:cNvPr>
            <p:cNvSpPr/>
            <p:nvPr/>
          </p:nvSpPr>
          <p:spPr>
            <a:xfrm rot="5400000" flipV="1">
              <a:off x="4773394" y="1752745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Arrow: Right 183">
              <a:extLst>
                <a:ext uri="{FF2B5EF4-FFF2-40B4-BE49-F238E27FC236}">
                  <a16:creationId xmlns:a16="http://schemas.microsoft.com/office/drawing/2014/main" id="{3DB14D05-EDAB-AFCC-DDD7-89509B681129}"/>
                </a:ext>
              </a:extLst>
            </p:cNvPr>
            <p:cNvSpPr/>
            <p:nvPr/>
          </p:nvSpPr>
          <p:spPr>
            <a:xfrm rot="5400000" flipV="1">
              <a:off x="4053896" y="2288802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BD313278-878B-F01E-7A63-153D8ECDAAD8}"/>
              </a:ext>
            </a:extLst>
          </p:cNvPr>
          <p:cNvGrpSpPr/>
          <p:nvPr/>
        </p:nvGrpSpPr>
        <p:grpSpPr>
          <a:xfrm>
            <a:off x="6034004" y="1199436"/>
            <a:ext cx="2526879" cy="1455372"/>
            <a:chOff x="8028670" y="4284986"/>
            <a:chExt cx="2526879" cy="1455372"/>
          </a:xfrm>
        </p:grpSpPr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2E18E02E-9996-E118-8D33-F12F4BA0368E}"/>
                </a:ext>
              </a:extLst>
            </p:cNvPr>
            <p:cNvGrpSpPr/>
            <p:nvPr/>
          </p:nvGrpSpPr>
          <p:grpSpPr>
            <a:xfrm>
              <a:off x="8313219" y="4670316"/>
              <a:ext cx="1580228" cy="1069289"/>
              <a:chOff x="6802515" y="3127126"/>
              <a:chExt cx="2843559" cy="1924144"/>
            </a:xfrm>
          </p:grpSpPr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7F03BBFD-1B83-35A5-8A81-1E1A314AD2E7}"/>
                  </a:ext>
                </a:extLst>
              </p:cNvPr>
              <p:cNvGrpSpPr/>
              <p:nvPr/>
            </p:nvGrpSpPr>
            <p:grpSpPr>
              <a:xfrm>
                <a:off x="6802515" y="4213881"/>
                <a:ext cx="2843559" cy="837389"/>
                <a:chOff x="786159" y="2427668"/>
                <a:chExt cx="2843559" cy="837389"/>
              </a:xfrm>
            </p:grpSpPr>
            <p:grpSp>
              <p:nvGrpSpPr>
                <p:cNvPr id="225" name="Group 224">
                  <a:extLst>
                    <a:ext uri="{FF2B5EF4-FFF2-40B4-BE49-F238E27FC236}">
                      <a16:creationId xmlns:a16="http://schemas.microsoft.com/office/drawing/2014/main" id="{76FDCA62-86DE-3724-5AED-4A337351F54B}"/>
                    </a:ext>
                  </a:extLst>
                </p:cNvPr>
                <p:cNvGrpSpPr/>
                <p:nvPr/>
              </p:nvGrpSpPr>
              <p:grpSpPr>
                <a:xfrm>
                  <a:off x="786159" y="2427668"/>
                  <a:ext cx="2843559" cy="837389"/>
                  <a:chOff x="460286" y="1425518"/>
                  <a:chExt cx="2843559" cy="837389"/>
                </a:xfrm>
              </p:grpSpPr>
              <p:grpSp>
                <p:nvGrpSpPr>
                  <p:cNvPr id="227" name="Group 226">
                    <a:extLst>
                      <a:ext uri="{FF2B5EF4-FFF2-40B4-BE49-F238E27FC236}">
                        <a16:creationId xmlns:a16="http://schemas.microsoft.com/office/drawing/2014/main" id="{0522DF4F-D6F3-A39A-9AD1-D7EDE88457DE}"/>
                      </a:ext>
                    </a:extLst>
                  </p:cNvPr>
                  <p:cNvGrpSpPr/>
                  <p:nvPr/>
                </p:nvGrpSpPr>
                <p:grpSpPr>
                  <a:xfrm>
                    <a:off x="460286" y="1425518"/>
                    <a:ext cx="2843559" cy="775533"/>
                    <a:chOff x="212145" y="230658"/>
                    <a:chExt cx="3882205" cy="1058806"/>
                  </a:xfrm>
                </p:grpSpPr>
                <p:pic>
                  <p:nvPicPr>
                    <p:cNvPr id="229" name="Picture 228">
                      <a:extLst>
                        <a:ext uri="{FF2B5EF4-FFF2-40B4-BE49-F238E27FC236}">
                          <a16:creationId xmlns:a16="http://schemas.microsoft.com/office/drawing/2014/main" id="{D950379C-B81A-35ED-4E3A-85210E65E14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6"/>
                    <a:srcRect l="20755" r="20449" b="67310"/>
                    <a:stretch/>
                  </p:blipFill>
                  <p:spPr>
                    <a:xfrm>
                      <a:off x="1581521" y="230658"/>
                      <a:ext cx="1143454" cy="988504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230" name="Group 229">
                      <a:extLst>
                        <a:ext uri="{FF2B5EF4-FFF2-40B4-BE49-F238E27FC236}">
                          <a16:creationId xmlns:a16="http://schemas.microsoft.com/office/drawing/2014/main" id="{AF5998D3-BF95-4FFE-A4F1-C5FC9CFD1DF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145" y="375064"/>
                      <a:ext cx="3882205" cy="914400"/>
                      <a:chOff x="212145" y="375064"/>
                      <a:chExt cx="3882205" cy="914400"/>
                    </a:xfrm>
                  </p:grpSpPr>
                  <p:pic>
                    <p:nvPicPr>
                      <p:cNvPr id="231" name="Graphic 230" descr="Volume with solid fill">
                        <a:extLst>
                          <a:ext uri="{FF2B5EF4-FFF2-40B4-BE49-F238E27FC236}">
                            <a16:creationId xmlns:a16="http://schemas.microsoft.com/office/drawing/2014/main" id="{07F9E803-FE75-ADA9-9FA0-9046175C9C3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12"/>
                          </a:ext>
                        </a:extLst>
                      </a:blip>
                      <a:srcRect l="1" r="-3113"/>
                      <a:stretch/>
                    </p:blipFill>
                    <p:spPr>
                      <a:xfrm>
                        <a:off x="212145" y="375064"/>
                        <a:ext cx="942864" cy="91440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32" name="Graphic 231" descr="Volume with solid fill">
                        <a:extLst>
                          <a:ext uri="{FF2B5EF4-FFF2-40B4-BE49-F238E27FC236}">
                            <a16:creationId xmlns:a16="http://schemas.microsoft.com/office/drawing/2014/main" id="{529A1969-01DB-0CAF-A166-9C2927F6E36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12"/>
                          </a:ext>
                        </a:extLst>
                      </a:blip>
                      <a:srcRect r="8537"/>
                      <a:stretch/>
                    </p:blipFill>
                    <p:spPr>
                      <a:xfrm flipH="1">
                        <a:off x="3258008" y="375064"/>
                        <a:ext cx="836342" cy="914400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228" name="Picture 227" descr="Icon&#10;&#10;Description automatically generated">
                    <a:extLst>
                      <a:ext uri="{FF2B5EF4-FFF2-40B4-BE49-F238E27FC236}">
                        <a16:creationId xmlns:a16="http://schemas.microsoft.com/office/drawing/2014/main" id="{A198C1F1-48C7-7EC9-A4D0-3E7EE7E791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6132" t="39482" r="37732" b="26084"/>
                  <a:stretch/>
                </p:blipFill>
                <p:spPr>
                  <a:xfrm>
                    <a:off x="2463377" y="1469430"/>
                    <a:ext cx="212105" cy="79347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26" name="Picture 225" descr="Icon&#10;&#10;Description automatically generated">
                  <a:extLst>
                    <a:ext uri="{FF2B5EF4-FFF2-40B4-BE49-F238E27FC236}">
                      <a16:creationId xmlns:a16="http://schemas.microsoft.com/office/drawing/2014/main" id="{605F4C24-4199-46B8-BEDD-D264D60B48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6132" t="39482" r="37732" b="26084"/>
                <a:stretch/>
              </p:blipFill>
              <p:spPr>
                <a:xfrm>
                  <a:off x="1426147" y="2456622"/>
                  <a:ext cx="212105" cy="793477"/>
                </a:xfrm>
                <a:prstGeom prst="rect">
                  <a:avLst/>
                </a:prstGeom>
              </p:spPr>
            </p:pic>
          </p:grp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57D8C978-E827-DF0A-111F-29E15FF4053B}"/>
                  </a:ext>
                </a:extLst>
              </p:cNvPr>
              <p:cNvGrpSpPr/>
              <p:nvPr/>
            </p:nvGrpSpPr>
            <p:grpSpPr>
              <a:xfrm>
                <a:off x="6802515" y="3127126"/>
                <a:ext cx="2843559" cy="837504"/>
                <a:chOff x="786159" y="3612296"/>
                <a:chExt cx="2843559" cy="837504"/>
              </a:xfrm>
            </p:grpSpPr>
            <p:grpSp>
              <p:nvGrpSpPr>
                <p:cNvPr id="217" name="Group 216">
                  <a:extLst>
                    <a:ext uri="{FF2B5EF4-FFF2-40B4-BE49-F238E27FC236}">
                      <a16:creationId xmlns:a16="http://schemas.microsoft.com/office/drawing/2014/main" id="{3DFEF5C4-440B-9222-2011-ED46521AC519}"/>
                    </a:ext>
                  </a:extLst>
                </p:cNvPr>
                <p:cNvGrpSpPr/>
                <p:nvPr/>
              </p:nvGrpSpPr>
              <p:grpSpPr>
                <a:xfrm>
                  <a:off x="786159" y="3612296"/>
                  <a:ext cx="2843559" cy="837389"/>
                  <a:chOff x="2440007" y="3669652"/>
                  <a:chExt cx="2843559" cy="837389"/>
                </a:xfrm>
              </p:grpSpPr>
              <p:grpSp>
                <p:nvGrpSpPr>
                  <p:cNvPr id="219" name="Group 218">
                    <a:extLst>
                      <a:ext uri="{FF2B5EF4-FFF2-40B4-BE49-F238E27FC236}">
                        <a16:creationId xmlns:a16="http://schemas.microsoft.com/office/drawing/2014/main" id="{DC60A849-6BEB-729A-6E55-2490507D6595}"/>
                      </a:ext>
                    </a:extLst>
                  </p:cNvPr>
                  <p:cNvGrpSpPr/>
                  <p:nvPr/>
                </p:nvGrpSpPr>
                <p:grpSpPr>
                  <a:xfrm>
                    <a:off x="2440007" y="3669652"/>
                    <a:ext cx="2843559" cy="775533"/>
                    <a:chOff x="212144" y="230658"/>
                    <a:chExt cx="3882204" cy="1058806"/>
                  </a:xfrm>
                </p:grpSpPr>
                <p:pic>
                  <p:nvPicPr>
                    <p:cNvPr id="221" name="Picture 220">
                      <a:extLst>
                        <a:ext uri="{FF2B5EF4-FFF2-40B4-BE49-F238E27FC236}">
                          <a16:creationId xmlns:a16="http://schemas.microsoft.com/office/drawing/2014/main" id="{CAF445D3-7595-C560-9BB4-5544EE18000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6"/>
                    <a:srcRect l="20755" r="20449" b="67310"/>
                    <a:stretch/>
                  </p:blipFill>
                  <p:spPr>
                    <a:xfrm>
                      <a:off x="1581521" y="230658"/>
                      <a:ext cx="1143454" cy="988504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222" name="Group 221">
                      <a:extLst>
                        <a:ext uri="{FF2B5EF4-FFF2-40B4-BE49-F238E27FC236}">
                          <a16:creationId xmlns:a16="http://schemas.microsoft.com/office/drawing/2014/main" id="{AEAEF525-BBCD-5628-55D0-BA0E329833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2144" y="375064"/>
                      <a:ext cx="3882204" cy="914400"/>
                      <a:chOff x="212144" y="375064"/>
                      <a:chExt cx="3882204" cy="914400"/>
                    </a:xfrm>
                  </p:grpSpPr>
                  <p:pic>
                    <p:nvPicPr>
                      <p:cNvPr id="223" name="Graphic 222" descr="Volume with solid fill">
                        <a:extLst>
                          <a:ext uri="{FF2B5EF4-FFF2-40B4-BE49-F238E27FC236}">
                            <a16:creationId xmlns:a16="http://schemas.microsoft.com/office/drawing/2014/main" id="{81405D30-C264-37B2-F936-DAC551B650E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10"/>
                          </a:ext>
                        </a:extLst>
                      </a:blip>
                      <a:srcRect l="1" r="-5625"/>
                      <a:stretch/>
                    </p:blipFill>
                    <p:spPr>
                      <a:xfrm>
                        <a:off x="212144" y="375064"/>
                        <a:ext cx="965837" cy="914400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24" name="Graphic 223" descr="Volume with solid fill">
                        <a:extLst>
                          <a:ext uri="{FF2B5EF4-FFF2-40B4-BE49-F238E27FC236}">
                            <a16:creationId xmlns:a16="http://schemas.microsoft.com/office/drawing/2014/main" id="{8B7EA876-6C39-728B-DA14-CCFBBC6C315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  <a:ext uri="{96DAC541-7B7A-43D3-8B79-37D633B846F1}">
                            <asvg:svgBlip xmlns:asvg="http://schemas.microsoft.com/office/drawing/2016/SVG/main" r:embed="rId10"/>
                          </a:ext>
                        </a:extLst>
                      </a:blip>
                      <a:srcRect l="1" r="6180"/>
                      <a:stretch/>
                    </p:blipFill>
                    <p:spPr>
                      <a:xfrm flipH="1">
                        <a:off x="3236468" y="375064"/>
                        <a:ext cx="857880" cy="914400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220" name="Picture 219" descr="Logo&#10;&#10;Description automatically generated with medium confidence">
                    <a:extLst>
                      <a:ext uri="{FF2B5EF4-FFF2-40B4-BE49-F238E27FC236}">
                        <a16:creationId xmlns:a16="http://schemas.microsoft.com/office/drawing/2014/main" id="{781D7988-11FA-19C6-B289-BD36A8FC79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55975" t="35211" r="37889" b="30349"/>
                  <a:stretch/>
                </p:blipFill>
                <p:spPr>
                  <a:xfrm>
                    <a:off x="3119147" y="3713564"/>
                    <a:ext cx="212064" cy="79347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18" name="Picture 217" descr="Logo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4FDA60F1-E71D-1E7D-7BEC-6D21E59F71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5975" t="35211" r="37889" b="30349"/>
                <a:stretch/>
              </p:blipFill>
              <p:spPr>
                <a:xfrm>
                  <a:off x="2771477" y="3656323"/>
                  <a:ext cx="212064" cy="793477"/>
                </a:xfrm>
                <a:prstGeom prst="rect">
                  <a:avLst/>
                </a:prstGeom>
              </p:spPr>
            </p:pic>
          </p:grpSp>
        </p:grp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9DA55E80-B5FB-F77A-F00A-459861CA557A}"/>
                </a:ext>
              </a:extLst>
            </p:cNvPr>
            <p:cNvSpPr txBox="1"/>
            <p:nvPr/>
          </p:nvSpPr>
          <p:spPr>
            <a:xfrm>
              <a:off x="8028670" y="4284986"/>
              <a:ext cx="25268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Frequency direction</a:t>
              </a:r>
            </a:p>
          </p:txBody>
        </p:sp>
        <p:sp>
          <p:nvSpPr>
            <p:cNvPr id="211" name="Arrow: Right 210">
              <a:extLst>
                <a:ext uri="{FF2B5EF4-FFF2-40B4-BE49-F238E27FC236}">
                  <a16:creationId xmlns:a16="http://schemas.microsoft.com/office/drawing/2014/main" id="{65C8B0B6-BB37-D273-B7F4-2E5A59047AF3}"/>
                </a:ext>
              </a:extLst>
            </p:cNvPr>
            <p:cNvSpPr/>
            <p:nvPr/>
          </p:nvSpPr>
          <p:spPr>
            <a:xfrm rot="16200000" flipV="1">
              <a:off x="9254951" y="4801961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Arrow: Right 211">
              <a:extLst>
                <a:ext uri="{FF2B5EF4-FFF2-40B4-BE49-F238E27FC236}">
                  <a16:creationId xmlns:a16="http://schemas.microsoft.com/office/drawing/2014/main" id="{BB52A5E0-CD2F-4FAB-D4D5-4C75BC9D143D}"/>
                </a:ext>
              </a:extLst>
            </p:cNvPr>
            <p:cNvSpPr/>
            <p:nvPr/>
          </p:nvSpPr>
          <p:spPr>
            <a:xfrm rot="16200000" flipV="1">
              <a:off x="8529187" y="4801961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3" name="Arrow: Right 212">
              <a:extLst>
                <a:ext uri="{FF2B5EF4-FFF2-40B4-BE49-F238E27FC236}">
                  <a16:creationId xmlns:a16="http://schemas.microsoft.com/office/drawing/2014/main" id="{38709221-F9A6-D17C-364E-379639176F6E}"/>
                </a:ext>
              </a:extLst>
            </p:cNvPr>
            <p:cNvSpPr/>
            <p:nvPr/>
          </p:nvSpPr>
          <p:spPr>
            <a:xfrm rot="5400000" flipV="1">
              <a:off x="9254951" y="5407000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Arrow: Right 213">
              <a:extLst>
                <a:ext uri="{FF2B5EF4-FFF2-40B4-BE49-F238E27FC236}">
                  <a16:creationId xmlns:a16="http://schemas.microsoft.com/office/drawing/2014/main" id="{FF7D02DA-990D-DC7A-3E80-8AFD66442B11}"/>
                </a:ext>
              </a:extLst>
            </p:cNvPr>
            <p:cNvSpPr/>
            <p:nvPr/>
          </p:nvSpPr>
          <p:spPr>
            <a:xfrm rot="5400000" flipV="1">
              <a:off x="8502071" y="5410674"/>
              <a:ext cx="440952" cy="218415"/>
            </a:xfrm>
            <a:prstGeom prst="rightArrow">
              <a:avLst>
                <a:gd name="adj1" fmla="val 24498"/>
                <a:gd name="adj2" fmla="val 39374"/>
              </a:avLst>
            </a:prstGeom>
            <a:gradFill flip="none" rotWithShape="1">
              <a:gsLst>
                <a:gs pos="0">
                  <a:schemeClr val="accent4"/>
                </a:gs>
                <a:gs pos="38000">
                  <a:schemeClr val="accent1"/>
                </a:gs>
                <a:gs pos="69000">
                  <a:schemeClr val="accent1">
                    <a:lumMod val="75000"/>
                  </a:schemeClr>
                </a:gs>
                <a:gs pos="100000">
                  <a:srgbClr val="7030A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47995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3566</TotalTime>
  <Words>406</Words>
  <Application>Microsoft Office PowerPoint</Application>
  <PresentationFormat>Widescreen</PresentationFormat>
  <Paragraphs>91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An approach to multi-task learning: task combination and decomposition in mice</vt:lpstr>
      <vt:lpstr>Humans can learn a wide variety of tasks</vt:lpstr>
      <vt:lpstr>Humans can learn a wide variety of tasks</vt:lpstr>
      <vt:lpstr>Humans can learn a wide variety of tasks</vt:lpstr>
      <vt:lpstr>PowerPoint Presentation</vt:lpstr>
      <vt:lpstr>PowerPoint Presentation</vt:lpstr>
      <vt:lpstr>A hierarchical framework for multi-task learning</vt:lpstr>
      <vt:lpstr>A hierarchical framework for multi-task learning</vt:lpstr>
      <vt:lpstr>Learning paradigms from the framework</vt:lpstr>
      <vt:lpstr>Training mice on a skill combination paradigm</vt:lpstr>
      <vt:lpstr>Mice show expert performance on a combined task without explicit training</vt:lpstr>
      <vt:lpstr>Training mice on a task decomposition paradigm</vt:lpstr>
      <vt:lpstr>Mice show differential performance by foil type</vt:lpstr>
      <vt:lpstr>Mice show rapid learning on a localization task following a combined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Aneesh Bal</dc:creator>
  <cp:lastModifiedBy>Aneesh Bal</cp:lastModifiedBy>
  <cp:revision>780</cp:revision>
  <dcterms:created xsi:type="dcterms:W3CDTF">2022-05-03T19:09:13Z</dcterms:created>
  <dcterms:modified xsi:type="dcterms:W3CDTF">2022-08-31T23:37:20Z</dcterms:modified>
</cp:coreProperties>
</file>